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58C35D-AAF8-42E7-8E5A-E95D256303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03452D-D183-4687-B684-18479DCEE6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115DF90-7CEB-4F1C-8AC4-B2821E703BEC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Допетровские времена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Эпоха императрицы Екатерины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Усадебная жизнь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Советское время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Реконструкция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/>
          </p:nvPr>
        </p:nvSpPr>
        <p:spPr>
          <a:xfrm>
            <a:off x="504000" y="1326600"/>
            <a:ext cx="5076000" cy="37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Музей-заповедник находится вне района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Через район пролегают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Московский Скоростной Диаметр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Железная дорога Павелецкого направления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МЦД-2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Настоящее время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" descr=""/>
          <p:cNvPicPr/>
          <p:nvPr/>
        </p:nvPicPr>
        <p:blipFill>
          <a:blip r:embed="rId1"/>
          <a:srcRect l="0" t="7012" r="24318" b="0"/>
          <a:stretch/>
        </p:blipFill>
        <p:spPr>
          <a:xfrm>
            <a:off x="5580000" y="1312200"/>
            <a:ext cx="4320000" cy="371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Источники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2025-12-08T22:33:54Z</dcterms:created>
  <dc:creator/>
  <dc:description/>
  <dc:language>ru-RU</dc:language>
  <cp:lastModifiedBy/>
  <dcterms:modified xsi:type="dcterms:W3CDTF">2025-12-08T23:26:55Z</dcterms:modified>
  <cp:revision>9</cp:revision>
  <dc:subject/>
  <dc:title/>
</cp:coreProperties>
</file>