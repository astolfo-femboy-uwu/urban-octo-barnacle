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87BC030-2437-4B6A-86DF-E07599A84ACC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560" cy="400824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добавления примечания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8CD297-4D74-4355-BEDF-78AF102F2DAD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5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AE380F-29D3-40BA-93A9-689BE03ED9F4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1019160"/>
            <a:ext cx="9070560" cy="67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Андрей Боголюбский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3960000" y="2451240"/>
            <a:ext cx="5612760" cy="1688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rmAutofit/>
          </a:bodyPr>
          <a:p>
            <a:pPr indent="0" algn="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Доклад подготовили студенты группы БСТ-2502: </a:t>
            </a: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Зинченко Станислав, Бочаров Борис, Кочкин Иван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68360" y="404640"/>
            <a:ext cx="9070560" cy="12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Детство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68360" y="1751760"/>
            <a:ext cx="45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Сын Юрия Долгорукого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Внук Владимира Мономаха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Принадлежал к роду Рюриковичей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1"/>
          <a:srcRect l="5356" t="0" r="20086" b="25590"/>
          <a:stretch/>
        </p:blipFill>
        <p:spPr>
          <a:xfrm>
            <a:off x="5040720" y="1980000"/>
            <a:ext cx="4678920" cy="26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"/>
          <p:cNvSpPr/>
          <p:nvPr/>
        </p:nvSpPr>
        <p:spPr>
          <a:xfrm>
            <a:off x="5040000" y="4860000"/>
            <a:ext cx="4679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Свято-Боголюбский монастырь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8360" y="404640"/>
            <a:ext cx="9070560" cy="12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Основной период жизни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68360" y="1751760"/>
            <a:ext cx="45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После смерти отца в 1157 году был избран «князем Суздальским, Ростовским и Владимирским»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Получил прозвище «Боголюбский» по названию города Боголюбова, своей резиденции 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5400000" y="1800000"/>
            <a:ext cx="4319640" cy="341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8360" y="404640"/>
            <a:ext cx="9070560" cy="12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Военные походы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8360" y="1751760"/>
            <a:ext cx="45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Поход на Киев 1169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Поход на Новгород 1170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Осада Вышгорода 1173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Походы на Волжскую Булгарию 1164, 1172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5040000" y="1800000"/>
            <a:ext cx="3419640" cy="351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68360" y="404640"/>
            <a:ext cx="9070560" cy="12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Политическая деятельность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68360" y="1751760"/>
            <a:ext cx="475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Автократический курс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Борьба с боярством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Попытка учредить независимую метрополию церкви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rcRect l="30614" t="28562" r="21267" b="12702"/>
          <a:stretch/>
        </p:blipFill>
        <p:spPr>
          <a:xfrm>
            <a:off x="5220360" y="1800000"/>
            <a:ext cx="3959280" cy="332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68360" y="404640"/>
            <a:ext cx="9070560" cy="12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Культурная деятельность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68360" y="1751760"/>
            <a:ext cx="4571280" cy="346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Расцвет белокаменного зодчества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Архитектурные памятники эпохи: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Успенский собор и Золотые ворота во Владимире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Храм Покрова на Нерли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/>
          <a:srcRect l="0" t="8181" r="0" b="15631"/>
          <a:stretch/>
        </p:blipFill>
        <p:spPr>
          <a:xfrm>
            <a:off x="5580000" y="1980000"/>
            <a:ext cx="3350880" cy="323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68360" y="404640"/>
            <a:ext cx="9070560" cy="12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Смерть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68360" y="1751760"/>
            <a:ext cx="4571280" cy="391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Причины заговора: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Недовольство боярства и части дружины политикой князя.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Конфликты с приближенными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Бояре Кучковичи убили Андрея Боголюбского в его хоромах 30 июня 1174 года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6300000" y="1440000"/>
            <a:ext cx="2879640" cy="351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"/>
          <p:cNvSpPr/>
          <p:nvPr/>
        </p:nvSpPr>
        <p:spPr>
          <a:xfrm>
            <a:off x="6120000" y="4987440"/>
            <a:ext cx="316908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Сергей Кириллов. Андрей Боголюбский (Убиение)</a:t>
            </a:r>
            <a:r>
              <a:rPr b="0" lang="ru-RU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68360" y="404640"/>
            <a:ext cx="9070560" cy="12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Историческое значение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68360" y="1620000"/>
            <a:ext cx="45712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Заложил основы единодержавия на Руси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Перенес политический центр на Северо-Восток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Владимиро-Суздальская земля стала ядром Русского государства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rcRect l="0" t="19043" r="27662" b="17469"/>
          <a:stretch/>
        </p:blipFill>
        <p:spPr>
          <a:xfrm>
            <a:off x="5580000" y="1620000"/>
            <a:ext cx="3779280" cy="359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68360" y="404640"/>
            <a:ext cx="9070560" cy="12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Источники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68360" y="1751760"/>
            <a:ext cx="943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Ипатьевская летопись https://rusneb.ru/catalog/000199_000009_004161787/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Лаврентьевская летопись https://expositions.nlr.ru/LaurentianCodex/_Project/page_Show.php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5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Московский летописный свод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LibreOffice/25.8.2.2$Windows_X86_64 LibreOffice_project/d401f2107ccab8f924a8e2df40f573aab7605b6f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2025-10-22T11:04:39Z</dcterms:created>
  <dc:creator/>
  <dc:description/>
  <dc:language>ru-RU</dc:language>
  <cp:lastModifiedBy/>
  <dcterms:modified xsi:type="dcterms:W3CDTF">2025-10-31T00:23:42Z</dcterms:modified>
  <cp:revision>121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