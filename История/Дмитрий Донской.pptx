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937614-6AC5-49B0-B68F-02156C86F7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219B4B9-97BF-4E9E-AAA8-8280E522AD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12B26BC-BBF3-4148-AE31-D43BBB4E3C79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Дмитрий Донской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Доклад подготовили: студенты группы БСТ2502 Зинченко Станислав и Кочкин Иван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Биография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63608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1350 — 1389 гг.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Сын Ивана Красного и княгини Александры Владимировны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6864840" y="1326600"/>
            <a:ext cx="2710800" cy="36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Политика Дмитрия Донского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Отношения с церковью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Взаимоотношения с Золотой Ордой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Историческое значение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2025-11-19T08:53:55Z</dcterms:created>
  <dc:creator/>
  <dc:description/>
  <dc:language>ru-RU</dc:language>
  <cp:lastModifiedBy/>
  <dcterms:modified xsi:type="dcterms:W3CDTF">2025-11-19T08:59:43Z</dcterms:modified>
  <cp:revision>18</cp:revision>
  <dc:subject/>
  <dc:title/>
</cp:coreProperties>
</file>