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Обычны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4000" y="561600"/>
            <a:ext cx="90712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4640" cy="3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78B6F00-66B7-48AA-B429-61CD56BA2C09}" type="slidenum"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561600"/>
            <a:ext cx="90712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ftr" idx="4"/>
          </p:nvPr>
        </p:nvSpPr>
        <p:spPr>
          <a:xfrm>
            <a:off x="3447360" y="5165280"/>
            <a:ext cx="3194640" cy="3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sldNum" idx="5"/>
          </p:nvPr>
        </p:nvSpPr>
        <p:spPr>
          <a:xfrm>
            <a:off x="722736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21430CB-E36B-47DD-9063-CD015D9CBD98}" type="slidenum"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dt" idx="6"/>
          </p:nvPr>
        </p:nvSpPr>
        <p:spPr>
          <a:xfrm>
            <a:off x="50400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hyperlink" Target="https://www.culture.ru/persons/8514/dmitrii-donskoi" TargetMode="External"/><Relationship Id="rId2" Type="http://schemas.openxmlformats.org/officeDocument/2006/relationships/hyperlink" Target="https://obrazovaka.ru/alpha/d/donskoj-dmitrij-donskoi-dmitri" TargetMode="External"/><Relationship Id="rId3" Type="http://schemas.openxmlformats.org/officeDocument/2006/relationships/hyperlink" Target="https://historyrussia.org/sobytiya/12-oktyabrya-1350-goda-rodilsya-knyaz-dmitrij-donskoj.html" TargetMode="External"/><Relationship Id="rId4" Type="http://schemas.openxmlformats.org/officeDocument/2006/relationships/hyperlink" Target="https://kulpole.ru/article/dmitrij-donskoj-kratkaya-biografiya" TargetMode="External"/><Relationship Id="rId5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225720"/>
            <a:ext cx="9071280" cy="94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Дмитрий Донской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subTitle"/>
          </p:nvPr>
        </p:nvSpPr>
        <p:spPr>
          <a:xfrm>
            <a:off x="504000" y="1326240"/>
            <a:ext cx="907128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Доклад подготовили: студенты группы БСТ2502 Зинченко Станислав и Кочкин Иван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225720"/>
            <a:ext cx="9071280" cy="94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Биография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6360480" cy="353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8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1350 — 1389 гг.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8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Сын Ивана II Красного и княгини Александры Владимировны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8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Опекуном Дмитрия был митрополит Алексий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pic>
        <p:nvPicPr>
          <p:cNvPr id="16" name="" descr=""/>
          <p:cNvPicPr/>
          <p:nvPr/>
        </p:nvPicPr>
        <p:blipFill>
          <a:blip r:embed="rId1"/>
          <a:stretch/>
        </p:blipFill>
        <p:spPr>
          <a:xfrm>
            <a:off x="7020000" y="1326600"/>
            <a:ext cx="2710440" cy="3599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504000" y="225720"/>
            <a:ext cx="9071280" cy="94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Политика Дмитрия Донского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5129280" cy="407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8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Внутренняя политика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6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Укрепление Москвы</a:t>
            </a:r>
            <a:endParaRPr b="0" lang="ru-RU" sz="26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6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Прислушивался к боярам</a:t>
            </a:r>
            <a:endParaRPr b="0" lang="ru-RU" sz="26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8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Внешняя политика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6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Присоединил многие княжества</a:t>
            </a:r>
            <a:endParaRPr b="0" lang="ru-RU" sz="26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6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Победил Волжских Булгар</a:t>
            </a:r>
            <a:endParaRPr b="0" lang="ru-RU" sz="26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6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Подчинил Тверь</a:t>
            </a:r>
            <a:endParaRPr b="0" lang="ru-RU" sz="26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pic>
        <p:nvPicPr>
          <p:cNvPr id="19" name="" descr=""/>
          <p:cNvPicPr/>
          <p:nvPr/>
        </p:nvPicPr>
        <p:blipFill>
          <a:blip r:embed="rId1"/>
          <a:stretch/>
        </p:blipFill>
        <p:spPr>
          <a:xfrm>
            <a:off x="5633280" y="1440000"/>
            <a:ext cx="4110120" cy="3780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504000" y="225720"/>
            <a:ext cx="9071280" cy="94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Отношения с церковью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/>
          </p:nvPr>
        </p:nvSpPr>
        <p:spPr>
          <a:xfrm>
            <a:off x="504000" y="1260000"/>
            <a:ext cx="5976000" cy="378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8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Донской был глубоко верующим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8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Открыты монастыри в Москве, Серпухове, Коломне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8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Поддержка храмов и святых обителей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pic>
        <p:nvPicPr>
          <p:cNvPr id="22" name="" descr=""/>
          <p:cNvPicPr/>
          <p:nvPr/>
        </p:nvPicPr>
        <p:blipFill>
          <a:blip r:embed="rId1"/>
          <a:srcRect l="0" t="0" r="0" b="10001"/>
          <a:stretch/>
        </p:blipFill>
        <p:spPr>
          <a:xfrm>
            <a:off x="6660000" y="1440000"/>
            <a:ext cx="2998800" cy="3600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504000" y="73800"/>
            <a:ext cx="9071280" cy="1250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Война с Золотой Ордой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5076000" cy="407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 1374 отказался платить дань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 1378 году разгромил войско Мамая на реке Воже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 1380 году разгромил войска татар на реке Дон в Куликовской битве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" name="" descr=""/>
          <p:cNvPicPr/>
          <p:nvPr/>
        </p:nvPicPr>
        <p:blipFill>
          <a:blip r:embed="rId1"/>
          <a:srcRect l="7866" t="0" r="21260" b="0"/>
          <a:stretch/>
        </p:blipFill>
        <p:spPr>
          <a:xfrm>
            <a:off x="5850000" y="1800000"/>
            <a:ext cx="3870000" cy="3240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73800"/>
            <a:ext cx="9071280" cy="1250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Война с Золотой Ордой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5076000" cy="407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 1374 отказался платить дань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 1378 году разгромил войско Мамая на реке Воже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 1380 году разгромил войска татар на реке Дон в Куликовской битве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" name="" descr=""/>
          <p:cNvPicPr/>
          <p:nvPr/>
        </p:nvPicPr>
        <p:blipFill>
          <a:blip r:embed="rId1"/>
          <a:srcRect l="7866" t="0" r="21260" b="0"/>
          <a:stretch/>
        </p:blipFill>
        <p:spPr>
          <a:xfrm>
            <a:off x="5850000" y="1800000"/>
            <a:ext cx="3870000" cy="3240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73800"/>
            <a:ext cx="9071280" cy="1250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Война с Золотой Ордой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5076000" cy="407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8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В 1374 отказался платить дань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8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В 1378 году разгромил войско Мамая на реке Воже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8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В 1380 году разгромил войска татар на реке Дон в Куликовской битве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pic>
        <p:nvPicPr>
          <p:cNvPr id="31" name="" descr=""/>
          <p:cNvPicPr/>
          <p:nvPr/>
        </p:nvPicPr>
        <p:blipFill>
          <a:blip r:embed="rId1"/>
          <a:srcRect l="7866" t="0" r="21260" b="0"/>
          <a:stretch/>
        </p:blipFill>
        <p:spPr>
          <a:xfrm>
            <a:off x="5850000" y="1800000"/>
            <a:ext cx="3870000" cy="3240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504000" y="225720"/>
            <a:ext cx="9071280" cy="94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Историческое значение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536000" cy="389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8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Объединение русских земель вокруг Москвы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8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Победа над Золотой ордой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8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Построены монастыри-крепости (Симонов и Андроников)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pic>
        <p:nvPicPr>
          <p:cNvPr id="34" name="" descr=""/>
          <p:cNvPicPr/>
          <p:nvPr/>
        </p:nvPicPr>
        <p:blipFill>
          <a:blip r:embed="rId1"/>
          <a:stretch/>
        </p:blipFill>
        <p:spPr>
          <a:xfrm>
            <a:off x="5360400" y="1620000"/>
            <a:ext cx="4539600" cy="3024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504000" y="225720"/>
            <a:ext cx="9071280" cy="94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Источники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89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600" strike="noStrike" u="none">
                <a:solidFill>
                  <a:srgbClr val="000000"/>
                </a:solidFill>
                <a:effectLst/>
                <a:uFillTx/>
                <a:latin typeface="Noto Sans"/>
                <a:hlinkClick r:id="rId1"/>
              </a:rPr>
              <a:t>https://www.culture.ru/persons/8514/dmitrii-donskoi</a:t>
            </a:r>
            <a:endParaRPr b="0" lang="ru-RU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600" strike="noStrike" u="none">
                <a:solidFill>
                  <a:srgbClr val="000000"/>
                </a:solidFill>
                <a:effectLst/>
                <a:uFillTx/>
                <a:latin typeface="Noto Sans"/>
                <a:hlinkClick r:id="rId2"/>
              </a:rPr>
              <a:t>https://obrazovaka.ru/alpha/d/donskoj-dmitrij-donskoi-dmitri</a:t>
            </a:r>
            <a:endParaRPr b="0" lang="ru-RU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600" strike="noStrike" u="none">
                <a:solidFill>
                  <a:srgbClr val="000000"/>
                </a:solidFill>
                <a:effectLst/>
                <a:uFillTx/>
                <a:latin typeface="Noto Sans"/>
                <a:hlinkClick r:id="rId3"/>
              </a:rPr>
              <a:t>https://historyrussia.org/sobytiya/12-oktyabrya-1350-goda-rodilsya-knyaz-dmitrij-donskoj.html</a:t>
            </a:r>
            <a:endParaRPr b="0" lang="ru-RU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600" strike="noStrike" u="none">
                <a:solidFill>
                  <a:srgbClr val="000000"/>
                </a:solidFill>
                <a:effectLst/>
                <a:uFillTx/>
                <a:latin typeface="Noto Sans"/>
                <a:hlinkClick r:id="rId4"/>
              </a:rPr>
              <a:t>https://kulpole.ru/article/dmitrij-donskoj-kratkaya-biografiya</a:t>
            </a:r>
            <a:r>
              <a:rPr b="0" lang="ru-RU" sz="26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 </a:t>
            </a:r>
            <a:endParaRPr b="0" lang="ru-RU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140</TotalTime>
  <Application>LibreOffice/25.8.2.2$Windows_X86_64 LibreOffice_project/d401f2107ccab8f924a8e2df40f573aab7605b6f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2025-11-19T08:53:55Z</dcterms:created>
  <dc:creator/>
  <dc:description/>
  <dc:language>ru-RU</dc:language>
  <cp:lastModifiedBy/>
  <dcterms:modified xsi:type="dcterms:W3CDTF">2025-11-19T11:37:34Z</dcterms:modified>
  <cp:revision>141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