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0037CB-B0B2-46DF-B2B0-559E5CF3C9E1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E0B1B8-9B9D-4533-89CE-8E59D6626A19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www.culture.ru/persons/8514/dmitrii-donskoi" TargetMode="External"/><Relationship Id="rId2" Type="http://schemas.openxmlformats.org/officeDocument/2006/relationships/hyperlink" Target="https://obrazovaka.ru/alpha/d/donskoj-dmitrij-donskoi-dmitri" TargetMode="External"/><Relationship Id="rId3" Type="http://schemas.openxmlformats.org/officeDocument/2006/relationships/hyperlink" Target="https://historyrussia.org/sobytiya/12-oktyabrya-1350-goda-rodilsya-knyaz-dmitrij-donskoj.html" TargetMode="External"/><Relationship Id="rId4" Type="http://schemas.openxmlformats.org/officeDocument/2006/relationships/hyperlink" Target="https://kulpole.ru/article/dmitrij-donskoj-kratkaya-biografiya" TargetMode="External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Дмитрий Донской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Доклад подготовили: студенты группы БСТ2502 Зинченко Станислав и Кочкин Иван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Биография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360480" cy="35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1350 — 1389 гг.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Сын Ивана II Красного и княгини Александры Владимировны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Опекуном Дмитрия был митрополит Алексий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7020000" y="1326600"/>
            <a:ext cx="2710440" cy="35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Политика Дмитрия Донского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12928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Внутренняя политика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Укрепление Москвы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Прислушивался к боярам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Внешняя политика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Присоединил многие княжества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Победил Волжских Булгар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Подчинил Тверь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5633280" y="1440000"/>
            <a:ext cx="4110120" cy="37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Отношения с церковью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260000"/>
            <a:ext cx="5976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Донской был глубоко верующим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Открыты монастыри в Москве, Серпухове, Коломне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Поддержка храмов и святых обителей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rcRect l="0" t="0" r="0" b="10001"/>
          <a:stretch/>
        </p:blipFill>
        <p:spPr>
          <a:xfrm>
            <a:off x="6660000" y="1440000"/>
            <a:ext cx="29988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Война с Золотой Ордой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0760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1374 отказался платить дань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1378 году разгромил войско Мамая на реке Воже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1380 году разгромил войска татар на реке Дон в Куликовской битве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rcRect l="7866" t="0" r="21260" b="0"/>
          <a:stretch/>
        </p:blipFill>
        <p:spPr>
          <a:xfrm>
            <a:off x="5850000" y="1800000"/>
            <a:ext cx="3870000" cy="32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Война с Золотой Ордой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0760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1374 отказался платить дань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1378 году разгромил войско Мамая на реке Воже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1380 году разгромил войска татар на реке Дон в Куликовской битве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rcRect l="7866" t="0" r="21260" b="0"/>
          <a:stretch/>
        </p:blipFill>
        <p:spPr>
          <a:xfrm>
            <a:off x="5850000" y="1800000"/>
            <a:ext cx="3870000" cy="32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Война с Золотой Ордой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0760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 1374 отказался платить дань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 1378 году разгромил войско Мамая на реке Воже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 1380 году разгромил войска татар на реке Дон в Куликовской битве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rcRect l="7866" t="0" r="21260" b="0"/>
          <a:stretch/>
        </p:blipFill>
        <p:spPr>
          <a:xfrm>
            <a:off x="5850000" y="1800000"/>
            <a:ext cx="3870000" cy="32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Историческое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600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Объединение русских земель вокруг Москвы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Победа над Золотой ордой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Построены монастыри-крепости (Симонов и Андроников)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5360400" y="1620000"/>
            <a:ext cx="4539600" cy="302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Источники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  <a:hlinkClick r:id="rId1"/>
              </a:rPr>
              <a:t>https://www.culture.ru/persons/8514/dmitrii-donskoi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  <a:hlinkClick r:id="rId2"/>
              </a:rPr>
              <a:t>https://obrazovaka.ru/alpha/d/donskoj-dmitrij-donskoi-dmitri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  <a:hlinkClick r:id="rId3"/>
              </a:rPr>
              <a:t>https://historyrussia.org/sobytiya/12-oktyabrya-1350-goda-rodilsya-knyaz-dmitrij-donskoj.html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  <a:hlinkClick r:id="rId4"/>
              </a:rPr>
              <a:t>https://kulpole.ru/article/dmitrij-donskoj-kratkaya-biografiya</a:t>
            </a: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2025-11-19T08:53:55Z</dcterms:created>
  <dc:creator/>
  <dc:description/>
  <dc:language>ru-RU</dc:language>
  <cp:lastModifiedBy/>
  <dcterms:modified xsi:type="dcterms:W3CDTF">2025-11-19T11:37:34Z</dcterms:modified>
  <cp:revision>141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