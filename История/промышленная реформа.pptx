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</p:sldIdLst>
  <p:sldSz cx="9144005" cy="5143683"/>
  <p:notesSz cx="5143683" cy="9144005"/>
  <p:defaultTextStyle>
    <a:defPPr/>
    <a:lvl1pPr lvl="0" marL="0">
      <a:defRPr sz="1600">
        <a:latin typeface="+mn-lt"/>
        <a:ea typeface="+mn-ea"/>
        <a:cs typeface="+mn-cs"/>
      </a:defRPr>
    </a:lvl1pPr>
    <a:lvl2pPr lvl="1" marL="457200">
      <a:defRPr sz="1600">
        <a:latin typeface="+mn-lt"/>
        <a:ea typeface="+mn-ea"/>
        <a:cs typeface="+mn-cs"/>
      </a:defRPr>
    </a:lvl2pPr>
    <a:lvl3pPr lvl="2" marL="914400">
      <a:defRPr sz="1600">
        <a:latin typeface="+mn-lt"/>
        <a:ea typeface="+mn-ea"/>
        <a:cs typeface="+mn-cs"/>
      </a:defRPr>
    </a:lvl3pPr>
    <a:lvl4pPr lvl="3" marL="1371600">
      <a:defRPr sz="1600">
        <a:latin typeface="+mn-lt"/>
        <a:ea typeface="+mn-ea"/>
        <a:cs typeface="+mn-cs"/>
      </a:defRPr>
    </a:lvl4pPr>
    <a:lvl5pPr lvl="4" marL="1828800">
      <a:defRPr sz="1600">
        <a:latin typeface="+mn-lt"/>
        <a:ea typeface="+mn-ea"/>
        <a:cs typeface="+mn-cs"/>
      </a:defRPr>
    </a:lvl5pPr>
    <a:lvl6pPr lvl="5" marL="2286000">
      <a:defRPr sz="1600">
        <a:latin typeface="+mn-lt"/>
        <a:ea typeface="+mn-ea"/>
        <a:cs typeface="+mn-cs"/>
      </a:defRPr>
    </a:lvl6pPr>
    <a:lvl7pPr lvl="6" marL="2743200">
      <a:defRPr sz="1600">
        <a:latin typeface="+mn-lt"/>
        <a:ea typeface="+mn-ea"/>
        <a:cs typeface="+mn-cs"/>
      </a:defRPr>
    </a:lvl7pPr>
    <a:lvl8pPr lvl="7" marL="3200400">
      <a:defRPr sz="1600">
        <a:latin typeface="+mn-lt"/>
        <a:ea typeface="+mn-ea"/>
        <a:cs typeface="+mn-cs"/>
      </a:defRPr>
    </a:lvl8pPr>
    <a:lvl9pPr lvl="8" marL="3657600">
      <a:defRPr sz="1600"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tableStyles.xml" Type="http://schemas.openxmlformats.org/officeDocument/2006/relationships/tableStyles"/>
  <Relationship Id="rId1" Target="theme/theme1.xml" Type="http://schemas.openxmlformats.org/officeDocument/2006/relationships/them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4" Target="slides/slide2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" name="Shape 12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" name="Shape 1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8" name="Shape 1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" name="Shape 9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0" name="Shape 10"/>
          <p:cNvSpPr txBox="true"/>
          <p:nvPr isPhoto="false">
            <p:ph idx="3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6" name="Shape 6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7" name="Shape 7"/>
          <p:cNvSpPr txBox="true"/>
          <p:nvPr isPhoto="false">
            <p:ph idx="2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5" name="GroupShape 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xfrm flipH="false" flipV="false" rot="0">
            <a:off x="4375939" y="1523151"/>
            <a:ext cx="3618113" cy="3111195"/>
          </a:xfrm>
          <a:prstGeom prst="rect">
            <a:avLst/>
          </a:prstGeom>
        </p:spPr>
        <p:txBody>
          <a:bodyPr anchor="ctr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 indent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</a:pPr>
            <a:r>
              <a:rPr sz="1400"/>
              <a:t>Доклад подготовили студенты группы БСТ2502: Романов Илья, Кочкин Иван</a:t>
            </a:r>
            <a:endParaRPr sz="1400"/>
          </a:p>
        </p:txBody>
      </p:sp>
      <p:sp>
        <p:nvSpPr>
          <p:cNvPr hidden="false" id="21" name="Shape 21"/>
          <p:cNvSpPr txBox="true"/>
          <p:nvPr isPhoto="false">
            <p:ph idx="0" type="title"/>
          </p:nvPr>
        </p:nvSpPr>
        <p:spPr>
          <a:xfrm flipH="false" flipV="false" rot="0">
            <a:off x="1135240" y="62307"/>
            <a:ext cx="6858004" cy="144953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 indent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</a:pPr>
            <a:r>
              <a:t>Правление Николая I: промышленная реформа</a:t>
            </a: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" name="GroupShape 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" name="Shape 2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anchor="ctr"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 indent="0" marL="0" marR="0">
              <a:spcBef>
                <a:spcPts val="2400"/>
              </a:spcBef>
              <a:spcAft>
                <a:spcPts val="1200"/>
              </a:spcAft>
            </a:pPr>
            <a:r>
              <a:rPr b="false" spc="0" sz="40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Россия на пороге перемен</a:t>
            </a:r>
            <a:endParaRPr b="false" spc="0" sz="40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</p:txBody>
      </p:sp>
      <p:sp>
        <p:nvSpPr>
          <p:cNvPr hidden="false" id="24" name="Shape 24"/>
          <p:cNvSpPr txBox="true"/>
          <p:nvPr isPhoto="false">
            <p:ph idx="1" type="body"/>
          </p:nvPr>
        </p:nvSpPr>
        <p:spPr>
          <a:xfrm flipH="false" flipV="false" rot="0">
            <a:off x="635602" y="1376220"/>
            <a:ext cx="7886704" cy="3263620"/>
          </a:xfrm>
          <a:prstGeom prst="rect">
            <a:avLst/>
          </a:prstGeom>
        </p:spPr>
        <p:txBody>
          <a:bodyPr anchor="ctr"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 indent="-279400" lvl="0" marL="279400" marR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К началу правления Николая I Российская империя была аграрной страной с господством крепостного труда</a:t>
            </a:r>
            <a:endParaRPr b="false" i="false" spc="0" sz="18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  <a:p>
            <a:pPr algn="l" indent="-279400" lvl="0" marL="279400" marR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Главная проблема:</a:t>
            </a: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 </a:t>
            </a: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экономика страны отставала от ведущих европейских держав (Англии, Франции)</a:t>
            </a:r>
            <a:endParaRPr b="false" i="false" spc="0" sz="18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  <a:p>
            <a:pPr algn="l" indent="-279400" lvl="0" marL="279400" marR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Рост мануфактур</a:t>
            </a:r>
            <a:endParaRPr b="false" i="false" spc="0" sz="18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  <a:p>
            <a:pPr algn="l" indent="-279400" lvl="0" marL="279400" marR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Расслоение крестьянства</a:t>
            </a:r>
            <a:endParaRPr b="false" i="false" spc="0" sz="18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  <a:p>
            <a:pPr algn="l" indent="-279400" lvl="0" marL="279400" marR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Стояла задача: </a:t>
            </a:r>
            <a:r>
              <a:rPr b="false" i="false" spc="0" sz="18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XO Oriel"/>
                <a:ea typeface="XO Oriel"/>
                <a:cs typeface="XO Oriel"/>
              </a:rPr>
              <a:t>модернизировать экономику, сохранив политическую стабильность и самодержави</a:t>
            </a:r>
            <a:endParaRPr b="false" i="false" spc="0" sz="18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XO Oriel"/>
              <a:ea typeface="XO Oriel"/>
              <a:cs typeface="XO Oriel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" name="GroupShape 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" name="Shape 2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27" name="Shape 27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2026-03-14T16:39:05Z</dcterms:modified>
</cp:coreProperties>
</file>