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12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D6A04C-1460-42F3-B387-9C6425CC025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128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AB292B-DF57-4C49-A0E1-338C458AB0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09347E-EA31-4C66-B694-7D7966C414BD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1280" cy="125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Человек XXI века. Его ценностный мир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04000" y="1326240"/>
            <a:ext cx="907128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Презенатацию подготовила: Мифтахова Виктория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Ценностный переход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6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«Жить, а не выживать»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Глобальная идентичность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6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«Граждане мира»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Влияние Интернета:</a:t>
            </a: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Цифровая гигиена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Приватность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Противоречия и вызовы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080000"/>
            <a:ext cx="4536000" cy="43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Парадокс выбора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Конфликт «Я vs Другие»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Цифровой разрыв ценностей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Глобальные проблемы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5451120" y="1080000"/>
            <a:ext cx="4351320" cy="216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2025-12-09T11:45:33Z</dcterms:created>
  <dc:creator/>
  <dc:description/>
  <dc:language>ru-RU</dc:language>
  <cp:lastModifiedBy/>
  <dcterms:modified xsi:type="dcterms:W3CDTF">2025-12-09T12:34:16Z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