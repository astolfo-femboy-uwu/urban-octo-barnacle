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D0787D-CEB1-49AA-83CD-C0403FF042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782AC8-14BF-458D-8F6D-F6BFE792D4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70E723-6913-4B07-ADBB-3C419117E2DB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Человек XXI века. Его ценностный мир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Презенатацию подготовила: Мифтахова Виктория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Ценностный переход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«Жить, а не выживать»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Глобальная идентичность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«Граждане мира»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Влияние Интернета:</a:t>
            </a: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Цифровая гигиена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Приватность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Противоречия и вызовы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080000"/>
            <a:ext cx="4536000" cy="43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Парадокс выбора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Конфликт «Я vs Другие»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Цифровой разрыв ценностей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Глобальные проблемы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5451120" y="1080000"/>
            <a:ext cx="4351320" cy="21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2025-12-09T11:45:33Z</dcterms:created>
  <dc:creator/>
  <dc:description/>
  <dc:language>ru-RU</dc:language>
  <cp:lastModifiedBy/>
  <dcterms:modified xsi:type="dcterms:W3CDTF">2025-12-09T12:32:15Z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