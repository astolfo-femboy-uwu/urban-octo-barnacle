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561240"/>
            <a:ext cx="907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40EBC9B-10D1-4C1C-A562-BA3AE37AA5B1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561240"/>
            <a:ext cx="90702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82CEA0-5774-4C66-9B4F-98D9685F3E21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61440"/>
            <a:ext cx="907020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Человек XXI века. Его ценностный мир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04000" y="1800000"/>
            <a:ext cx="9070200" cy="328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Презентацию подготовила: Мифтахова Виктория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85200"/>
            <a:ext cx="9070200" cy="62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Ценностный переход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4920" cy="407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«Жить, а не выживать»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Личная свобода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Идентичность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Гибкость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Непрерывное развитие 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" name="" descr=""/>
          <p:cNvPicPr/>
          <p:nvPr/>
        </p:nvPicPr>
        <p:blipFill>
          <a:blip r:embed="rId1"/>
          <a:srcRect l="0" t="8995" r="0" b="11191"/>
          <a:stretch/>
        </p:blipFill>
        <p:spPr>
          <a:xfrm>
            <a:off x="5029200" y="1440000"/>
            <a:ext cx="4510080" cy="359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362880"/>
            <a:ext cx="907020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Глобальные перемены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39640" y="1326600"/>
            <a:ext cx="4534920" cy="407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«Граждане мира»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Влияние Интернета:</a:t>
            </a: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Цифровая гигиена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Приватность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Непрерывное обучение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Открытость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" descr=""/>
          <p:cNvPicPr/>
          <p:nvPr/>
        </p:nvPicPr>
        <p:blipFill>
          <a:blip r:embed="rId1"/>
          <a:stretch/>
        </p:blipFill>
        <p:spPr>
          <a:xfrm>
            <a:off x="180000" y="1987560"/>
            <a:ext cx="4773600" cy="2872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385200"/>
            <a:ext cx="9070200" cy="62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Противоречия и вызовы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504000" y="1080000"/>
            <a:ext cx="4534920" cy="43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Парадокс выбора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Конфликт «Я vs Другие»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Цифровой разрыв ценностей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Глобальные проблемы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" descr=""/>
          <p:cNvPicPr/>
          <p:nvPr/>
        </p:nvPicPr>
        <p:blipFill>
          <a:blip r:embed="rId1"/>
          <a:stretch/>
        </p:blipFill>
        <p:spPr>
          <a:xfrm>
            <a:off x="5451120" y="1620000"/>
            <a:ext cx="4350240" cy="215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362880"/>
            <a:ext cx="907020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Образ современного человека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/>
          <p:nvPr/>
        </p:nvSpPr>
        <p:spPr>
          <a:xfrm>
            <a:off x="5040000" y="1081080"/>
            <a:ext cx="4680000" cy="43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Опыт &gt; вещи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Следит за репутацией 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Баланс работа/жизнь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Высокая даптивность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" descr=""/>
          <p:cNvPicPr/>
          <p:nvPr/>
        </p:nvPicPr>
        <p:blipFill>
          <a:blip r:embed="rId1"/>
          <a:stretch/>
        </p:blipFill>
        <p:spPr>
          <a:xfrm>
            <a:off x="360360" y="1080360"/>
            <a:ext cx="4319640" cy="431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85200"/>
            <a:ext cx="9070200" cy="62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Источники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182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2025-12-09T11:45:33Z</dcterms:created>
  <dc:creator/>
  <dc:description/>
  <dc:language>ru-RU</dc:language>
  <cp:lastModifiedBy/>
  <dcterms:modified xsi:type="dcterms:W3CDTF">2025-12-10T23:51:55Z</dcterms:modified>
  <cp:revision>42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