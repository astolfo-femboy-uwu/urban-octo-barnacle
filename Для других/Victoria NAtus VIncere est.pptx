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D383B9-D7FA-42A9-9C41-23B41985C835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54DB95-88F0-4A33-B17C-7187716AFA86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180000"/>
            <a:ext cx="9070920" cy="125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Человек XXI века. Его ценностный мир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5880"/>
            <a:ext cx="9070920" cy="328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Презентацию подготовила: Мифтахова Виктория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Ценностный переход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53564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«Жить, а не выживать»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Личная свобода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Идентичность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Гибкость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Непрерывное развитие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rcRect l="0" t="8996" r="0" b="11192"/>
          <a:stretch/>
        </p:blipFill>
        <p:spPr>
          <a:xfrm>
            <a:off x="5029200" y="1440000"/>
            <a:ext cx="451080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Глобальная идентичность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39640" y="1326600"/>
            <a:ext cx="4535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«Граждане мира»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Влияние Интернета: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Цифровая гигиена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Приватность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Противоречия и вызовы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080000"/>
            <a:ext cx="4535640" cy="43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Парадокс выбора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Конфликт «Я vs Другие»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Цифровой разрыв ценностей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Глобальные проблемы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5451120" y="1620000"/>
            <a:ext cx="4350960" cy="215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Образ современного человека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Источники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2025-12-09T11:45:33Z</dcterms:created>
  <dc:creator/>
  <dc:description/>
  <dc:language>ru-RU</dc:language>
  <cp:lastModifiedBy/>
  <dcterms:modified xsi:type="dcterms:W3CDTF">2025-12-10T12:28:27Z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