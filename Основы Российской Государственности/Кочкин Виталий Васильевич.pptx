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3780000"/>
            <a:ext cx="10078200" cy="18882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162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504000" y="5130000"/>
            <a:ext cx="23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3420000" y="5130000"/>
            <a:ext cx="32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7236000" y="5130000"/>
            <a:ext cx="233820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26AC30-A83E-4E11-BD78-A35ED511FB74}" type="slidenum"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200" cy="323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504000" y="3870000"/>
            <a:ext cx="9070200" cy="116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Aft>
                <a:spcPts val="924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65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1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3780000"/>
            <a:ext cx="10078200" cy="18882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162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504000" y="5130000"/>
            <a:ext cx="23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3420000" y="5130000"/>
            <a:ext cx="32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7236000" y="5130000"/>
            <a:ext cx="233820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488ECF-B116-45D8-A819-C5C3ABAA636B}" type="slidenum"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200" cy="323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4000" y="3870000"/>
            <a:ext cx="9070200" cy="116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Aft>
                <a:spcPts val="924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65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1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Vivi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flipV="1">
            <a:off x="0" y="-2160"/>
            <a:ext cx="10078200" cy="10782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54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20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 fontScale="85000" lnSpcReduction="1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0200" cy="350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4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504000" y="5130000"/>
            <a:ext cx="23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20000" y="5130000"/>
            <a:ext cx="32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236000" y="5130000"/>
            <a:ext cx="233820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28ABD4-2627-4300-BE52-6CF736F2CFB9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/>
          <p:nvPr/>
        </p:nvSpPr>
        <p:spPr>
          <a:xfrm flipV="1">
            <a:off x="0" y="-2160"/>
            <a:ext cx="10078200" cy="10782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54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20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 fontScale="85000" lnSpcReduction="1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0200" cy="350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4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0"/>
          </p:nvPr>
        </p:nvSpPr>
        <p:spPr>
          <a:xfrm>
            <a:off x="504000" y="5130000"/>
            <a:ext cx="23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1"/>
          </p:nvPr>
        </p:nvSpPr>
        <p:spPr>
          <a:xfrm>
            <a:off x="3420000" y="5130000"/>
            <a:ext cx="32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2"/>
          </p:nvPr>
        </p:nvSpPr>
        <p:spPr>
          <a:xfrm>
            <a:off x="7236000" y="5130000"/>
            <a:ext cx="233820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0E73E9-2A01-4B91-A8C9-CF252D9E8EF2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vid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flipV="1">
            <a:off x="0" y="-2160"/>
            <a:ext cx="10078200" cy="1782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54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20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5000" lnSpcReduction="1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5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0200" cy="36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7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04617b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04617b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504000" y="5130000"/>
            <a:ext cx="23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3420000" y="5130000"/>
            <a:ext cx="3238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7236000" y="5130000"/>
            <a:ext cx="233820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25DB7D-2645-49DA-ADE3-DA95C13DD4AF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5580000"/>
            <a:ext cx="10078200" cy="882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162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podvignaroda.ru/?#id=37715866&amp;tab=navDetailManAward" TargetMode="External"/><Relationship Id="rId2" Type="http://schemas.openxmlformats.org/officeDocument/2006/relationships/hyperlink" Target="https://podvignaroda.ru/?#id=1536573241&amp;tab=navDetailManAward" TargetMode="External"/><Relationship Id="rId3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200" cy="323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Кочкин Виталий Васильевич</a:t>
            </a:r>
            <a:br>
              <a:rPr sz="6000"/>
            </a:b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24.06.1925 - ??.02.1980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ubTitle"/>
          </p:nvPr>
        </p:nvSpPr>
        <p:spPr>
          <a:xfrm>
            <a:off x="504000" y="3870000"/>
            <a:ext cx="9070200" cy="124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Доклад подготовил студент группы БСТ2502 Кочкин Иван Владимирович</a:t>
            </a:r>
            <a:endParaRPr b="0" lang="ru-RU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20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Боевой путь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38200" y="1440000"/>
            <a:ext cx="5220000" cy="38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Старший сержант</a:t>
            </a: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технической службы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828 </a:t>
            </a: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штурмовой авиационный полк </a:t>
            </a: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260 </a:t>
            </a: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штурмовой авиационной дивизии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Второй Белорусский, затем Карельский Фронты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Демобилизован 25.03.1950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6235200" y="1260000"/>
            <a:ext cx="3123000" cy="407340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20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Боевой путь</a:t>
            </a:r>
            <a:endParaRPr b="0" lang="ru-RU" sz="4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538200" y="1440000"/>
            <a:ext cx="5220000" cy="389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Петсамо-Киркенесская операция (1944)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Висло-Одерская операция (1945)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Штурм Берлина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40" name="" descr=""/>
          <p:cNvPicPr/>
          <p:nvPr/>
        </p:nvPicPr>
        <p:blipFill>
          <a:blip r:embed="rId1"/>
          <a:stretch/>
        </p:blipFill>
        <p:spPr>
          <a:xfrm>
            <a:off x="6660000" y="1302480"/>
            <a:ext cx="2880000" cy="4097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20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Награды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360000" y="1260360"/>
            <a:ext cx="1799280" cy="28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3060000" y="2524320"/>
            <a:ext cx="6839280" cy="1614960"/>
          </a:xfrm>
          <a:custGeom>
            <a:avLst/>
            <a:gdLst>
              <a:gd name="textAreaLeft" fmla="*/ 0 w 6839280"/>
              <a:gd name="textAreaRight" fmla="*/ 6840360 w 6839280"/>
              <a:gd name="textAreaTop" fmla="*/ 0 h 1614960"/>
              <a:gd name="textAreaBottom" fmla="*/ 1616040 h 1614960"/>
            </a:gdLst>
            <a:ahLst/>
            <a:cxnLst/>
            <a:rect l="textAreaLeft" t="textAreaTop" r="textAreaRight" b="textAreaBottom"/>
            <a:pathLst>
              <a:path w="19001" h="4489">
                <a:moveTo>
                  <a:pt x="0" y="4489"/>
                </a:moveTo>
                <a:lnTo>
                  <a:pt x="0" y="0"/>
                </a:lnTo>
                <a:lnTo>
                  <a:pt x="19001" y="0"/>
                </a:lnTo>
                <a:lnTo>
                  <a:pt x="19001" y="4489"/>
                </a:lnTo>
                <a:lnTo>
                  <a:pt x="0" y="4489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360000" y="4361400"/>
            <a:ext cx="21589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Медаль «За боевые заслуги»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3060000" y="4365360"/>
            <a:ext cx="68392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Фрагменты документа о награждении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20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Награды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540360" y="1262880"/>
            <a:ext cx="1798200" cy="287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" name="" descr=""/>
          <p:cNvPicPr/>
          <p:nvPr/>
        </p:nvPicPr>
        <p:blipFill>
          <a:blip r:embed="rId2"/>
          <a:stretch/>
        </p:blipFill>
        <p:spPr>
          <a:xfrm>
            <a:off x="3240000" y="3706560"/>
            <a:ext cx="6478560" cy="43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" name="" descr=""/>
          <p:cNvPicPr/>
          <p:nvPr/>
        </p:nvPicPr>
        <p:blipFill>
          <a:blip r:embed="rId3"/>
          <a:stretch/>
        </p:blipFill>
        <p:spPr>
          <a:xfrm>
            <a:off x="3240000" y="1429560"/>
            <a:ext cx="6478560" cy="216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"/>
          <p:cNvSpPr/>
          <p:nvPr/>
        </p:nvSpPr>
        <p:spPr>
          <a:xfrm>
            <a:off x="360000" y="4284360"/>
            <a:ext cx="2159280" cy="11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Медаль «За победу над Германией в Великой Отечественной войне 1941–1945 гг.»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3240360" y="4322880"/>
            <a:ext cx="6478920" cy="10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Фрагменты документа о награждении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89280"/>
            <a:ext cx="907020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Источники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504000" y="1476000"/>
            <a:ext cx="9070200" cy="38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Сайт «Подвиг Народа»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https://podvignaroda.ru/?#id=37715866&amp;tab=navDetailManAward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  <a:hlinkClick r:id="rId2"/>
              </a:rPr>
              <a:t>https://podvignaroda.ru/?#id=1536573241&amp;tab=navDetailManAward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Личный архив (единственная фотография)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Сайт «Память народа»: https://pamyat-naroda.ru/ё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</TotalTime>
  <Application>LibreOffice/25.8.2.2$Windows_X86_64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2025-11-04T13:42:05Z</dcterms:created>
  <dc:creator/>
  <dc:description>This work is licensed under a Creative Commons 0 License.
It makes use of the works of fsanchez.</dc:description>
  <dc:language>ru-RU</dc:language>
  <cp:lastModifiedBy/>
  <dcterms:modified xsi:type="dcterms:W3CDTF">2025-11-17T12:34:32Z</dcterms:modified>
  <cp:revision>167</cp:revision>
  <dc:subject/>
  <dc:title>Vivid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