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media/image1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Vi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3780000"/>
            <a:ext cx="10080000" cy="18900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dist="25200" dir="16200000" blurRad="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dt" idx="1"/>
          </p:nvPr>
        </p:nvSpPr>
        <p:spPr>
          <a:xfrm>
            <a:off x="504000" y="5130000"/>
            <a:ext cx="23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 </a:t>
            </a:r>
            <a:endParaRPr b="0" lang="ru-RU" sz="14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2"/>
          </p:nvPr>
        </p:nvSpPr>
        <p:spPr>
          <a:xfrm>
            <a:off x="3420000" y="5130000"/>
            <a:ext cx="32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3"/>
          </p:nvPr>
        </p:nvSpPr>
        <p:spPr>
          <a:xfrm>
            <a:off x="7236000" y="5130000"/>
            <a:ext cx="23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69A30713-0289-4F2B-B931-E72A0B414EA0}" type="slidenum"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2000" cy="32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60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504000" y="3870000"/>
            <a:ext cx="9072000" cy="117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7500" lnSpcReduction="19999"/>
          </a:bodyPr>
          <a:p>
            <a:pPr marL="432000" indent="-324000">
              <a:spcAft>
                <a:spcPts val="924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1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1" marL="864000" indent="-324000">
              <a:spcAft>
                <a:spcPts val="84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65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165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2" marL="1296000" indent="-288000">
              <a:spcAft>
                <a:spcPts val="635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3" marL="1728000" indent="-216000">
              <a:spcAft>
                <a:spcPts val="42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5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4" marL="2160000" indent="-216000"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5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5" marL="2592000" indent="-216000"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5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6" marL="3024000" indent="-216000"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5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Vi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3780000"/>
            <a:ext cx="10080000" cy="18900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dist="25200" dir="16200000" blurRad="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dt" idx="4"/>
          </p:nvPr>
        </p:nvSpPr>
        <p:spPr>
          <a:xfrm>
            <a:off x="504000" y="5130000"/>
            <a:ext cx="23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 </a:t>
            </a:r>
            <a:endParaRPr b="0" lang="ru-RU" sz="14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ftr" idx="5"/>
          </p:nvPr>
        </p:nvSpPr>
        <p:spPr>
          <a:xfrm>
            <a:off x="3420000" y="5130000"/>
            <a:ext cx="32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6"/>
          </p:nvPr>
        </p:nvSpPr>
        <p:spPr>
          <a:xfrm>
            <a:off x="7236000" y="5130000"/>
            <a:ext cx="23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F2140100-ED0F-4160-BA71-89970620EBA8}" type="slidenum">
              <a:rPr b="0" lang="ru-RU" sz="14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2000" cy="32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60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504000" y="3870000"/>
            <a:ext cx="9072000" cy="117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7500" lnSpcReduction="19999"/>
          </a:bodyPr>
          <a:p>
            <a:pPr marL="432000" indent="-324000">
              <a:spcAft>
                <a:spcPts val="924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1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1" marL="864000" indent="-324000">
              <a:spcAft>
                <a:spcPts val="84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65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165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2" marL="1296000" indent="-288000">
              <a:spcAft>
                <a:spcPts val="635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3" marL="1728000" indent="-216000">
              <a:spcAft>
                <a:spcPts val="422"/>
              </a:spcAft>
              <a:buClr>
                <a:srgbClr val="f49100"/>
              </a:buClr>
              <a:buSzPct val="75000"/>
              <a:buFont typeface="Symbol" charset="2"/>
              <a:buChar char="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5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4" marL="2160000" indent="-216000"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5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5" marL="2592000" indent="-216000"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5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  <a:p>
            <a:pPr lvl="6" marL="3024000" indent="-216000">
              <a:spcAft>
                <a:spcPts val="210"/>
              </a:spcAft>
              <a:buClr>
                <a:srgbClr val="f491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5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Vivid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 flipV="1">
            <a:off x="0" y="0"/>
            <a:ext cx="10080000" cy="10800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dist="25200" dir="5400000" blurRad="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2000" cy="99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 fontScale="77500" lnSpcReduction="19999"/>
          </a:bodyPr>
          <a:p>
            <a:pPr indent="0">
              <a:buNone/>
            </a:pPr>
            <a:r>
              <a:rPr b="0" lang="ru-RU" sz="4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45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440000"/>
            <a:ext cx="9072000" cy="351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54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4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1" marL="864000" indent="-324000">
              <a:spcAft>
                <a:spcPts val="84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21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2" marL="1296000" indent="-288000">
              <a:spcAft>
                <a:spcPts val="635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3" marL="1728000" indent="-216000">
              <a:spcAft>
                <a:spcPts val="42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4" marL="2160000" indent="-216000"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5" marL="2592000" indent="-216000"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6" marL="3024000" indent="-216000"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7"/>
          </p:nvPr>
        </p:nvSpPr>
        <p:spPr>
          <a:xfrm>
            <a:off x="504000" y="5130000"/>
            <a:ext cx="23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484848"/>
              </a:solidFill>
              <a:effectLst/>
              <a:uFillTx/>
              <a:latin typeface="Noto San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8"/>
          </p:nvPr>
        </p:nvSpPr>
        <p:spPr>
          <a:xfrm>
            <a:off x="3420000" y="5130000"/>
            <a:ext cx="32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484848"/>
              </a:solidFill>
              <a:effectLst/>
              <a:uFillTx/>
              <a:latin typeface="Noto Sans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9"/>
          </p:nvPr>
        </p:nvSpPr>
        <p:spPr>
          <a:xfrm>
            <a:off x="7236000" y="5130000"/>
            <a:ext cx="23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17E606FD-8A33-406A-8AFF-BB3D75B181C8}" type="slidenum"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484848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Vivid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 flipV="1">
            <a:off x="0" y="0"/>
            <a:ext cx="10080000" cy="10800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dist="25200" dir="5400000" blurRad="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2000" cy="99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 fontScale="77500" lnSpcReduction="19999"/>
          </a:bodyPr>
          <a:p>
            <a:pPr indent="0">
              <a:buNone/>
            </a:pPr>
            <a:r>
              <a:rPr b="0" lang="ru-RU" sz="45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45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440000"/>
            <a:ext cx="9072000" cy="351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54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4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1" marL="864000" indent="-324000">
              <a:spcAft>
                <a:spcPts val="84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21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21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2" marL="1296000" indent="-288000">
              <a:spcAft>
                <a:spcPts val="635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3" marL="1728000" indent="-216000">
              <a:spcAft>
                <a:spcPts val="422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4" marL="2160000" indent="-216000"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5" marL="2592000" indent="-216000"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6" marL="3024000" indent="-216000">
              <a:spcAft>
                <a:spcPts val="210"/>
              </a:spcAft>
              <a:buClr>
                <a:srgbClr val="009eda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0"/>
          </p:nvPr>
        </p:nvSpPr>
        <p:spPr>
          <a:xfrm>
            <a:off x="504000" y="5130000"/>
            <a:ext cx="23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484848"/>
              </a:solidFill>
              <a:effectLst/>
              <a:uFillTx/>
              <a:latin typeface="Noto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1"/>
          </p:nvPr>
        </p:nvSpPr>
        <p:spPr>
          <a:xfrm>
            <a:off x="3420000" y="5130000"/>
            <a:ext cx="32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484848"/>
              </a:solidFill>
              <a:effectLst/>
              <a:uFillTx/>
              <a:latin typeface="Noto Sans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2"/>
          </p:nvPr>
        </p:nvSpPr>
        <p:spPr>
          <a:xfrm>
            <a:off x="7236000" y="5130000"/>
            <a:ext cx="23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961C749E-D452-4F67-9D09-D63E52DCC257}" type="slidenum"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484848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Vivid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flipV="1">
            <a:off x="0" y="0"/>
            <a:ext cx="10080000" cy="1800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dist="25200" dir="5400000" blurRad="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2000" cy="99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77500" lnSpcReduction="19999"/>
          </a:bodyPr>
          <a:p>
            <a:pPr indent="0">
              <a:buNone/>
            </a:pPr>
            <a:r>
              <a:rPr b="0" lang="ru-RU" sz="45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текста заглавия щёлкните мышью</a:t>
            </a:r>
            <a:endParaRPr b="0" lang="ru-RU" sz="45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504000" y="1440000"/>
            <a:ext cx="9072000" cy="369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57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Для правки структуры щёлкните мышью</a:t>
            </a:r>
            <a:endParaRPr b="0" lang="ru-RU" sz="24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1" marL="864000" indent="-324000">
              <a:spcAft>
                <a:spcPts val="842"/>
              </a:spcAft>
              <a:buClr>
                <a:srgbClr val="04617b"/>
              </a:buClr>
              <a:buSzPct val="75000"/>
              <a:buFont typeface="Symbol" charset="2"/>
              <a:buChar char=""/>
            </a:pPr>
            <a:r>
              <a:rPr b="0" lang="ru-RU" sz="21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Второй уровень структуры</a:t>
            </a:r>
            <a:endParaRPr b="0" lang="ru-RU" sz="21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2" marL="1296000" indent="-288000">
              <a:spcAft>
                <a:spcPts val="635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Третий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3" marL="1728000" indent="-216000">
              <a:spcAft>
                <a:spcPts val="422"/>
              </a:spcAft>
              <a:buClr>
                <a:srgbClr val="04617b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Четвёртый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4" marL="2160000" indent="-216000">
              <a:spcAft>
                <a:spcPts val="210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Пятый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5" marL="2592000" indent="-216000">
              <a:spcAft>
                <a:spcPts val="210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Шестой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  <a:p>
            <a:pPr lvl="6" marL="3024000" indent="-216000">
              <a:spcAft>
                <a:spcPts val="210"/>
              </a:spcAft>
              <a:buClr>
                <a:srgbClr val="04617b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Седьмой уровень структуры</a:t>
            </a:r>
            <a:endParaRPr b="0" lang="ru-RU" sz="18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3"/>
          </p:nvPr>
        </p:nvSpPr>
        <p:spPr>
          <a:xfrm>
            <a:off x="504000" y="5130000"/>
            <a:ext cx="23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&lt;дата/время&gt;</a:t>
            </a:r>
            <a:endParaRPr b="0" lang="ru-RU" sz="1400" strike="noStrike" u="none">
              <a:solidFill>
                <a:srgbClr val="484848"/>
              </a:solidFill>
              <a:effectLst/>
              <a:uFillTx/>
              <a:latin typeface="Noto Sans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4"/>
          </p:nvPr>
        </p:nvSpPr>
        <p:spPr>
          <a:xfrm>
            <a:off x="3420000" y="5130000"/>
            <a:ext cx="32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&lt;нижний колонтитул&gt;</a:t>
            </a:r>
            <a:endParaRPr b="0" lang="ru-RU" sz="1400" strike="noStrike" u="none">
              <a:solidFill>
                <a:srgbClr val="484848"/>
              </a:solidFill>
              <a:effectLst/>
              <a:uFillTx/>
              <a:latin typeface="Noto Sans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5"/>
          </p:nvPr>
        </p:nvSpPr>
        <p:spPr>
          <a:xfrm>
            <a:off x="7236000" y="5130000"/>
            <a:ext cx="2340000" cy="45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4464B22D-F163-449B-8C5C-2D9C6B267EF4}" type="slidenum">
              <a:rPr b="0" lang="ru-RU" sz="1400" strike="noStrike" u="none">
                <a:solidFill>
                  <a:srgbClr val="484848"/>
                </a:solidFill>
                <a:effectLst/>
                <a:uFillTx/>
                <a:latin typeface="Noto Sans"/>
              </a:rPr>
              <a:t>&lt;номер&gt;</a:t>
            </a:fld>
            <a:endParaRPr b="0" lang="ru-RU" sz="1400" strike="noStrike" u="none">
              <a:solidFill>
                <a:srgbClr val="484848"/>
              </a:solidFill>
              <a:effectLst/>
              <a:uFillTx/>
              <a:latin typeface="Noto Sans"/>
            </a:endParaRPr>
          </a:p>
        </p:txBody>
      </p:sp>
      <p:sp>
        <p:nvSpPr>
          <p:cNvPr id="30" name=""/>
          <p:cNvSpPr/>
          <p:nvPr/>
        </p:nvSpPr>
        <p:spPr>
          <a:xfrm>
            <a:off x="0" y="5580000"/>
            <a:ext cx="10080000" cy="90000"/>
          </a:xfrm>
          <a:prstGeom prst="rect">
            <a:avLst/>
          </a:prstGeom>
          <a:pattFill prst="lgGrid">
            <a:fgClr>
              <a:srgbClr val="3465a4"/>
            </a:fgClr>
            <a:bgClr>
              <a:srgbClr val="009eda"/>
            </a:bgClr>
          </a:pattFill>
          <a:ln w="18000">
            <a:noFill/>
          </a:ln>
          <a:effectLst>
            <a:outerShdw dist="25200" dir="16200000" blurRad="0" rotWithShape="0">
              <a:srgbClr val="f4910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36000" rIns="36000" tIns="36000" bIns="36000" anchor="ctr">
            <a:noAutofit/>
          </a:bodyPr>
          <a:p>
            <a:endParaRPr b="0" lang="ru-RU" sz="2200" strike="noStrike" u="non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70000"/>
            <a:ext cx="9072000" cy="32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Кочкин Виталий Васильевич</a:t>
            </a:r>
            <a:br>
              <a:rPr sz="6000"/>
            </a:br>
            <a:r>
              <a:rPr b="0" lang="ru-RU" sz="6000" strike="noStrike" u="none">
                <a:solidFill>
                  <a:srgbClr val="04617b"/>
                </a:solidFill>
                <a:effectLst/>
                <a:uFillTx/>
                <a:latin typeface="Noto Sans"/>
              </a:rPr>
              <a:t>24.06.1925 - </a:t>
            </a:r>
            <a:endParaRPr b="0" lang="ru-RU" sz="60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ubTitle"/>
          </p:nvPr>
        </p:nvSpPr>
        <p:spPr>
          <a:xfrm>
            <a:off x="504000" y="3870000"/>
            <a:ext cx="9072000" cy="124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indent="0">
              <a:buNone/>
            </a:pPr>
            <a:r>
              <a:rPr b="1" lang="ru-RU" sz="3600" strike="noStrike" u="none">
                <a:solidFill>
                  <a:srgbClr val="dbf5f9"/>
                </a:solidFill>
                <a:effectLst/>
                <a:uFillTx/>
                <a:latin typeface="Noto Sans"/>
              </a:rPr>
              <a:t>Доклад подготовил студент группы БСТ2502 Кочкин Иван Владимирович</a:t>
            </a:r>
            <a:endParaRPr b="1" lang="ru-RU" sz="36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90000"/>
            <a:ext cx="9072000" cy="99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endParaRPr b="0" lang="ru-RU" sz="4500" strike="noStrike" u="none">
              <a:solidFill>
                <a:srgbClr val="dbf5f9"/>
              </a:solidFill>
              <a:effectLst/>
              <a:uFillTx/>
              <a:latin typeface="Noto Sans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38200" y="1440000"/>
            <a:ext cx="5221800" cy="351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54"/>
              </a:spcAft>
              <a:buNone/>
            </a:pPr>
            <a:endParaRPr b="0" lang="ru-RU" sz="2400" strike="noStrike" u="none">
              <a:solidFill>
                <a:srgbClr val="04617b"/>
              </a:solidFill>
              <a:effectLst/>
              <a:uFillTx/>
              <a:latin typeface="Noto Sans"/>
            </a:endParaRPr>
          </a:p>
        </p:txBody>
      </p:sp>
      <p:pic>
        <p:nvPicPr>
          <p:cNvPr id="35" name="" descr=""/>
          <p:cNvPicPr/>
          <p:nvPr/>
        </p:nvPicPr>
        <p:blipFill>
          <a:blip r:embed="rId1"/>
          <a:stretch/>
        </p:blipFill>
        <p:spPr>
          <a:xfrm>
            <a:off x="6235200" y="1260000"/>
            <a:ext cx="3124800" cy="4075200"/>
          </a:xfrm>
          <a:prstGeom prst="rect">
            <a:avLst/>
          </a:prstGeom>
          <a:noFill/>
          <a:ln w="18000">
            <a:noFill/>
          </a:ln>
        </p:spPr>
      </p:pic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subTitle"/>
          </p:nvPr>
        </p:nvSpPr>
        <p:spPr>
          <a:xfrm>
            <a:off x="504000" y="630720"/>
            <a:ext cx="9072000" cy="438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endParaRPr b="1" lang="ru-RU" sz="4000" strike="noStrike" u="none">
              <a:solidFill>
                <a:srgbClr val="009eda"/>
              </a:solidFill>
              <a:effectLst/>
              <a:uFillTx/>
              <a:latin typeface="Noto Sans"/>
            </a:endParaRPr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LibreOffice/25.8.2.2$Windows_X86_64 LibreOffice_project/d401f2107ccab8f924a8e2df40f573aab7605b6f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2025-11-04T13:42:05Z</dcterms:created>
  <dc:creator/>
  <dc:description>This work is licensed under a Creative Commons 0 License.
It makes use of the works of fsanchez.</dc:description>
  <dc:language>ru-RU</dc:language>
  <cp:lastModifiedBy/>
  <dcterms:modified xsi:type="dcterms:W3CDTF">2025-11-04T14:03:51Z</dcterms:modified>
  <cp:revision>2</cp:revision>
  <dc:subject/>
  <dc:title>Vivid</dc:title>
</cp:coreProperties>
</file>