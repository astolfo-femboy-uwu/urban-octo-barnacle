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slideLayout5.xml" ContentType="application/vnd.openxmlformats-officedocument.presentationml.slideLayout+xml"/>
  <Override PartName="/ppt/presProps.xml" ContentType="application/vnd.openxmlformats-officedocument.presentationml.presPro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_rels/presentation.xml.rels" ContentType="application/vnd.openxmlformats-package.relationships+xml"/>
  <Override PartName="/_rels/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v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>
            <a:off x="0" y="3780000"/>
            <a:ext cx="10079640" cy="188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3" name="PlaceHolder 1"/>
          <p:cNvSpPr>
            <a:spLocks noGrp="1"/>
          </p:cNvSpPr>
          <p:nvPr>
            <p:ph type="dt" idx="1"/>
          </p:nvPr>
        </p:nvSpPr>
        <p:spPr>
          <a:xfrm>
            <a:off x="504000" y="5130000"/>
            <a:ext cx="23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ftr" idx="2"/>
          </p:nvPr>
        </p:nvSpPr>
        <p:spPr>
          <a:xfrm>
            <a:off x="3420000" y="5130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sldNum" idx="3"/>
          </p:nvPr>
        </p:nvSpPr>
        <p:spPr>
          <a:xfrm>
            <a:off x="7236000" y="513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FC8106-B29E-4A59-AE75-1A55668FF8E5}" type="slidenum"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1640" cy="116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65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Обычны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"/>
          <p:cNvSpPr/>
          <p:nvPr/>
        </p:nvSpPr>
        <p:spPr>
          <a:xfrm>
            <a:off x="0" y="3780000"/>
            <a:ext cx="10079640" cy="188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9" name="PlaceHolder 1"/>
          <p:cNvSpPr>
            <a:spLocks noGrp="1"/>
          </p:cNvSpPr>
          <p:nvPr>
            <p:ph type="dt" idx="4"/>
          </p:nvPr>
        </p:nvSpPr>
        <p:spPr>
          <a:xfrm>
            <a:off x="504000" y="5130000"/>
            <a:ext cx="23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ftr" idx="5"/>
          </p:nvPr>
        </p:nvSpPr>
        <p:spPr>
          <a:xfrm>
            <a:off x="3420000" y="5130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sldNum" idx="6"/>
          </p:nvPr>
        </p:nvSpPr>
        <p:spPr>
          <a:xfrm>
            <a:off x="7236000" y="513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94C4D69-51F4-4CE6-8FC6-7F2A3F165238}" type="slidenum">
              <a:rPr b="0" lang="ru-RU" sz="1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5"/>
          <p:cNvSpPr>
            <a:spLocks noGrp="1"/>
          </p:cNvSpPr>
          <p:nvPr>
            <p:ph type="body"/>
          </p:nvPr>
        </p:nvSpPr>
        <p:spPr>
          <a:xfrm>
            <a:off x="504000" y="3870000"/>
            <a:ext cx="9071640" cy="116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5000" lnSpcReduction="19999"/>
          </a:bodyPr>
          <a:p>
            <a:pPr marL="432000" indent="-324000">
              <a:lnSpc>
                <a:spcPct val="100000"/>
              </a:lnSpc>
              <a:spcAft>
                <a:spcPts val="924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65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16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2"/>
              </a:spcAft>
              <a:buClr>
                <a:srgbClr val="f49100"/>
              </a:buClr>
              <a:buSzPct val="75000"/>
              <a:buFont typeface="Symbol" charset="2"/>
              <a:buChar char="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0"/>
              </a:spcAft>
              <a:buClr>
                <a:srgbClr val="f49100"/>
              </a:buClr>
              <a:buSzPct val="45000"/>
              <a:buFont typeface="Wingdings" charset="2"/>
              <a:buChar char=""/>
            </a:pPr>
            <a:r>
              <a:rPr b="0" lang="ru-RU" sz="1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Vivi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"/>
          <p:cNvSpPr/>
          <p:nvPr/>
        </p:nvSpPr>
        <p:spPr>
          <a:xfrm flipV="1">
            <a:off x="0" y="-720"/>
            <a:ext cx="10079640" cy="107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85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1640" cy="350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7"/>
          </p:nvPr>
        </p:nvSpPr>
        <p:spPr>
          <a:xfrm>
            <a:off x="504000" y="5130000"/>
            <a:ext cx="23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8"/>
          </p:nvPr>
        </p:nvSpPr>
        <p:spPr>
          <a:xfrm>
            <a:off x="3420000" y="5130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9"/>
          </p:nvPr>
        </p:nvSpPr>
        <p:spPr>
          <a:xfrm>
            <a:off x="7236000" y="513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48764CE-3B7A-40EF-898E-E96CCB89BD62}" type="slidenum"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Обычный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"/>
          <p:cNvSpPr/>
          <p:nvPr/>
        </p:nvSpPr>
        <p:spPr>
          <a:xfrm flipV="1">
            <a:off x="0" y="-720"/>
            <a:ext cx="10079640" cy="107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85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5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1640" cy="350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4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2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0"/>
              </a:spcAft>
              <a:buClr>
                <a:srgbClr val="009eda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0"/>
          </p:nvPr>
        </p:nvSpPr>
        <p:spPr>
          <a:xfrm>
            <a:off x="504000" y="5130000"/>
            <a:ext cx="23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1"/>
          </p:nvPr>
        </p:nvSpPr>
        <p:spPr>
          <a:xfrm>
            <a:off x="3420000" y="5130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2"/>
          </p:nvPr>
        </p:nvSpPr>
        <p:spPr>
          <a:xfrm>
            <a:off x="7236000" y="513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ECB2200-D01D-494F-944C-3261404F8EF6}" type="slidenum"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ivi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"/>
          <p:cNvSpPr/>
          <p:nvPr/>
        </p:nvSpPr>
        <p:spPr>
          <a:xfrm flipV="1">
            <a:off x="0" y="-720"/>
            <a:ext cx="10079640" cy="17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54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 fontScale="85000" lnSpcReduction="19999"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45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текста заглавия щёлкните мышью</a:t>
            </a:r>
            <a:endParaRPr b="0" lang="ru-RU" sz="4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504000" y="1440000"/>
            <a:ext cx="9071640" cy="36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00000"/>
              </a:lnSpc>
              <a:spcAft>
                <a:spcPts val="1057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24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Для правки структуры щёлкните мышью</a:t>
            </a:r>
            <a:endParaRPr b="0" lang="ru-R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Aft>
                <a:spcPts val="84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ru-RU" sz="21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Второй уровень структуры</a:t>
            </a:r>
            <a:endParaRPr b="0" lang="ru-R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Aft>
                <a:spcPts val="635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Третий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Aft>
                <a:spcPts val="422"/>
              </a:spcAft>
              <a:buClr>
                <a:srgbClr val="04617b"/>
              </a:buClr>
              <a:buSzPct val="75000"/>
              <a:buFont typeface="Symbol" charset="2"/>
              <a:buChar char="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Четвёртый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Пятый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Шестой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Aft>
                <a:spcPts val="210"/>
              </a:spcAft>
              <a:buClr>
                <a:srgbClr val="04617b"/>
              </a:buClr>
              <a:buSzPct val="45000"/>
              <a:buFont typeface="Wingdings" charset="2"/>
              <a:buChar char=""/>
            </a:pPr>
            <a:r>
              <a:rPr b="0" lang="ru-RU" sz="18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Седьмой уровень структуры</a:t>
            </a: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504000" y="5130000"/>
            <a:ext cx="23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&lt;дата/время&gt;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3420000" y="5130000"/>
            <a:ext cx="3239640" cy="2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&lt;нижний колонтитул&gt;</a:t>
            </a:r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7236000" y="5130000"/>
            <a:ext cx="2339640" cy="213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7E4A9ED-EC38-4927-91A5-A26C13E9798E}" type="slidenum">
              <a:rPr b="0" lang="ru-RU" sz="1400" strike="noStrike" u="none">
                <a:solidFill>
                  <a:srgbClr val="484848"/>
                </a:solidFill>
                <a:effectLst/>
                <a:uFillTx/>
                <a:latin typeface="Noto Sans"/>
              </a:rPr>
              <a:t>&lt;номер&gt;</a:t>
            </a:fld>
            <a:endParaRPr b="0" lang="ru-R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0" y="5580000"/>
            <a:ext cx="10079640" cy="89640"/>
          </a:xfrm>
          <a:prstGeom prst="rect">
            <a:avLst/>
          </a:prstGeom>
          <a:pattFill prst="lgGrid">
            <a:fgClr>
              <a:srgbClr val="3465a4"/>
            </a:fgClr>
            <a:bgClr>
              <a:srgbClr val="009eda"/>
            </a:bgClr>
          </a:pattFill>
          <a:ln w="18000">
            <a:noFill/>
          </a:ln>
          <a:effectLst>
            <a:outerShdw blurRad="0" dir="16200000" dist="25200" rotWithShape="0">
              <a:srgbClr val="f49100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36000" rIns="36000" tIns="36000" bIns="36000" anchor="ctr">
            <a:noAutofit/>
          </a:bodyPr>
          <a:p>
            <a:pPr>
              <a:lnSpc>
                <a:spcPct val="100000"/>
              </a:lnSpc>
            </a:pPr>
            <a:endParaRPr b="0" lang="ru-RU" sz="2200" strike="noStrike" u="none">
              <a:solidFill>
                <a:srgbClr val="ffffff"/>
              </a:solidFill>
              <a:effectLst/>
              <a:uFillTx/>
              <a:latin typeface="Noto Sans"/>
              <a:ea typeface="DejaVu Sans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70000"/>
            <a:ext cx="9071640" cy="323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ru-RU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Кочкин Виталий Васильевич</a:t>
            </a:r>
            <a:br>
              <a:rPr sz="6000"/>
            </a:br>
            <a:r>
              <a:rPr b="0" lang="ru-RU" sz="6000" strike="noStrike" u="none">
                <a:solidFill>
                  <a:srgbClr val="04617b"/>
                </a:solidFill>
                <a:effectLst/>
                <a:uFillTx/>
                <a:latin typeface="Noto Sans"/>
              </a:rPr>
              <a:t>24.06.1925 - </a:t>
            </a:r>
            <a:endParaRPr b="0" lang="ru-RU" sz="6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subTitle"/>
          </p:nvPr>
        </p:nvSpPr>
        <p:spPr>
          <a:xfrm>
            <a:off x="504000" y="3870000"/>
            <a:ext cx="9071640" cy="124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ru-RU" sz="36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Доклад подготовил студент группы БСТ2502 Кочкин Иван Владимирович</a:t>
            </a:r>
            <a:endParaRPr b="0" lang="ru-RU" sz="3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rmAutofit fontScale="85000" lnSpcReduction="19999"/>
          </a:bodyPr>
          <a:p>
            <a:pPr indent="0" algn="ctr">
              <a:buNone/>
            </a:pPr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538200" y="1440000"/>
            <a:ext cx="5221440" cy="350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ru-RU" sz="26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Место службы: 828 </a:t>
            </a:r>
            <a:endParaRPr b="0" lang="ru-RU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spcBef>
                <a:spcPts val="1417"/>
              </a:spcBef>
              <a:buNone/>
            </a:pPr>
            <a:r>
              <a:rPr b="0" lang="ru-RU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ru-RU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" descr=""/>
          <p:cNvPicPr/>
          <p:nvPr/>
        </p:nvPicPr>
        <p:blipFill>
          <a:blip r:embed="rId1"/>
          <a:stretch/>
        </p:blipFill>
        <p:spPr>
          <a:xfrm>
            <a:off x="6235200" y="1260000"/>
            <a:ext cx="3124440" cy="4074840"/>
          </a:xfrm>
          <a:prstGeom prst="rect">
            <a:avLst/>
          </a:prstGeom>
          <a:noFill/>
          <a:ln w="1800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Награды</a:t>
            </a:r>
            <a:endParaRPr b="0" lang="ru-RU" sz="4400" strike="noStrike" u="non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pic>
        <p:nvPicPr>
          <p:cNvPr id="39" name="" descr=""/>
          <p:cNvPicPr/>
          <p:nvPr/>
        </p:nvPicPr>
        <p:blipFill>
          <a:blip r:embed="rId1"/>
          <a:stretch/>
        </p:blipFill>
        <p:spPr>
          <a:xfrm>
            <a:off x="720000" y="1440000"/>
            <a:ext cx="2059200" cy="36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0" name="" descr=""/>
          <p:cNvPicPr/>
          <p:nvPr/>
        </p:nvPicPr>
        <p:blipFill>
          <a:blip r:embed="rId2"/>
          <a:srcRect l="4988" t="0" r="0" b="0"/>
          <a:stretch/>
        </p:blipFill>
        <p:spPr>
          <a:xfrm>
            <a:off x="2880000" y="3600000"/>
            <a:ext cx="6840720" cy="16164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90000"/>
            <a:ext cx="9071640" cy="989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rmAutofit/>
          </a:bodyPr>
          <a:p>
            <a:pPr indent="0" algn="ctr">
              <a:buNone/>
            </a:pPr>
            <a:r>
              <a:rPr b="0" lang="ru-RU" sz="4400" strike="noStrike" u="none">
                <a:solidFill>
                  <a:srgbClr val="dbf5f9"/>
                </a:solidFill>
                <a:effectLst/>
                <a:uFillTx/>
                <a:latin typeface="Noto Sans"/>
              </a:rPr>
              <a:t>Награды</a:t>
            </a:r>
            <a:endParaRPr b="0" lang="ru-RU" sz="4400" strike="noStrike" u="none">
              <a:solidFill>
                <a:srgbClr val="c9211e"/>
              </a:solidFill>
              <a:effectLst/>
              <a:uFillTx/>
              <a:latin typeface="Arial"/>
            </a:endParaRPr>
          </a:p>
        </p:txBody>
      </p:sp>
      <p:pic>
        <p:nvPicPr>
          <p:cNvPr id="42" name="" descr=""/>
          <p:cNvPicPr/>
          <p:nvPr/>
        </p:nvPicPr>
        <p:blipFill>
          <a:blip r:embed="rId1"/>
          <a:stretch/>
        </p:blipFill>
        <p:spPr>
          <a:xfrm>
            <a:off x="1080000" y="1620000"/>
            <a:ext cx="2073600" cy="36000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" name="" descr=""/>
          <p:cNvPicPr/>
          <p:nvPr/>
        </p:nvPicPr>
        <p:blipFill>
          <a:blip r:embed="rId2"/>
          <a:stretch/>
        </p:blipFill>
        <p:spPr>
          <a:xfrm>
            <a:off x="3240000" y="4786200"/>
            <a:ext cx="6480000" cy="4338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" name="" descr=""/>
          <p:cNvPicPr/>
          <p:nvPr/>
        </p:nvPicPr>
        <p:blipFill>
          <a:blip r:embed="rId3"/>
          <a:stretch/>
        </p:blipFill>
        <p:spPr>
          <a:xfrm>
            <a:off x="3240000" y="2615400"/>
            <a:ext cx="6480000" cy="21708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subTitle"/>
          </p:nvPr>
        </p:nvSpPr>
        <p:spPr>
          <a:xfrm>
            <a:off x="504000" y="630360"/>
            <a:ext cx="9071640" cy="4389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algn="ctr"/>
            <a:endParaRPr b="0" lang="ru-R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</TotalTime>
  <Application>LibreOffice/25.8.2.2$Windows_X86_64 LibreOffice_project/d401f2107ccab8f924a8e2df40f573aab7605b6f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2025-11-04T13:42:05Z</dcterms:created>
  <dc:creator/>
  <dc:description>This work is licensed under a Creative Commons 0 License.
It makes use of the works of fsanchez.</dc:description>
  <dc:language>ru-RU</dc:language>
  <cp:lastModifiedBy/>
  <dcterms:modified xsi:type="dcterms:W3CDTF">2025-11-10T14:57:10Z</dcterms:modified>
  <cp:revision>22</cp:revision>
  <dc:subject/>
  <dc:title>Vivid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