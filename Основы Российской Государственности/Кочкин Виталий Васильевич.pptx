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3780000"/>
            <a:ext cx="10078920" cy="188892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162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504000" y="5130000"/>
            <a:ext cx="23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3420000" y="5130000"/>
            <a:ext cx="32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7236000" y="5130000"/>
            <a:ext cx="23389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60F7BB-E6E5-4DD9-833E-062FD8CBAA43}" type="slidenum"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2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920" cy="323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504000" y="3870000"/>
            <a:ext cx="9070920" cy="116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Aft>
                <a:spcPts val="924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65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1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3780000"/>
            <a:ext cx="10078920" cy="188892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162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504000" y="5130000"/>
            <a:ext cx="23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3420000" y="5130000"/>
            <a:ext cx="32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7236000" y="5130000"/>
            <a:ext cx="23389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D9D19C-4F20-4CFE-A2E3-B8102AC63086}" type="slidenum"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920" cy="323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4000" y="3870000"/>
            <a:ext cx="9070920" cy="116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Aft>
                <a:spcPts val="924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65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1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Vivi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flipV="1">
            <a:off x="0" y="-1440"/>
            <a:ext cx="10078920" cy="107892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54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920" cy="9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 fontScale="85000" lnSpcReduction="1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0920" cy="350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4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504000" y="5130000"/>
            <a:ext cx="23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20000" y="5130000"/>
            <a:ext cx="32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236000" y="5130000"/>
            <a:ext cx="23389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0E5225-8F7F-45C2-B220-C93DCF8E7671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/>
          <p:nvPr/>
        </p:nvSpPr>
        <p:spPr>
          <a:xfrm flipV="1">
            <a:off x="0" y="-1440"/>
            <a:ext cx="10078920" cy="107892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54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920" cy="9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 fontScale="85000" lnSpcReduction="1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0920" cy="350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4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0"/>
          </p:nvPr>
        </p:nvSpPr>
        <p:spPr>
          <a:xfrm>
            <a:off x="504000" y="5130000"/>
            <a:ext cx="23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1"/>
          </p:nvPr>
        </p:nvSpPr>
        <p:spPr>
          <a:xfrm>
            <a:off x="3420000" y="5130000"/>
            <a:ext cx="32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2"/>
          </p:nvPr>
        </p:nvSpPr>
        <p:spPr>
          <a:xfrm>
            <a:off x="7236000" y="5130000"/>
            <a:ext cx="23389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1CC93D-5EB4-45A4-A0F6-11D0BA5EDF06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vid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flipV="1">
            <a:off x="0" y="-1440"/>
            <a:ext cx="10078920" cy="17892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54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920" cy="9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5000" lnSpcReduction="1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5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0920" cy="36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7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42"/>
              </a:spcAft>
              <a:buClr>
                <a:srgbClr val="04617b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2"/>
              </a:spcAft>
              <a:buClr>
                <a:srgbClr val="04617b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504000" y="5130000"/>
            <a:ext cx="23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3420000" y="5130000"/>
            <a:ext cx="3238920" cy="2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7236000" y="5130000"/>
            <a:ext cx="23389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9513BA-0E97-45C8-824C-75CC0F4B9D3E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5580000"/>
            <a:ext cx="10078920" cy="8892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blurRad="0" dir="16200000" dist="2520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pPr>
              <a:lnSpc>
                <a:spcPct val="100000"/>
              </a:lnSpc>
            </a:pPr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0920" cy="323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Кочкин Виталий Васильевич</a:t>
            </a:r>
            <a:br>
              <a:rPr sz="6000"/>
            </a:b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24.06.1925 - 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ubTitle"/>
          </p:nvPr>
        </p:nvSpPr>
        <p:spPr>
          <a:xfrm>
            <a:off x="504000" y="3870000"/>
            <a:ext cx="9070920" cy="124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Доклад подготовил студент группы БСТ2502 Кочкин Иван Владимирович</a:t>
            </a:r>
            <a:endParaRPr b="0" lang="ru-RU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920" cy="9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Боевой путь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38200" y="1440000"/>
            <a:ext cx="5220720" cy="350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ru-RU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Старший сержант</a:t>
            </a: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технической службы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ru-RU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828 </a:t>
            </a: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штурмовой авиационный полк </a:t>
            </a:r>
            <a:r>
              <a:rPr b="1" lang="ru-RU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260 </a:t>
            </a: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штурмовой авиационной дивизии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Второй Белорусский Фронт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6235200" y="1260000"/>
            <a:ext cx="3123720" cy="4074120"/>
          </a:xfrm>
          <a:prstGeom prst="rect">
            <a:avLst/>
          </a:prstGeom>
          <a:noFill/>
          <a:ln w="18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920" cy="9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Награды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" descr=""/>
          <p:cNvPicPr/>
          <p:nvPr/>
        </p:nvPicPr>
        <p:blipFill>
          <a:blip r:embed="rId1"/>
          <a:stretch/>
        </p:blipFill>
        <p:spPr>
          <a:xfrm>
            <a:off x="360000" y="1260360"/>
            <a:ext cx="1800000" cy="288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"/>
          <p:cNvSpPr/>
          <p:nvPr/>
        </p:nvSpPr>
        <p:spPr>
          <a:xfrm>
            <a:off x="3060000" y="2524320"/>
            <a:ext cx="6840000" cy="1615680"/>
          </a:xfrm>
          <a:custGeom>
            <a:avLst/>
            <a:gdLst>
              <a:gd name="textAreaLeft" fmla="*/ 0 w 6840000"/>
              <a:gd name="textAreaRight" fmla="*/ 6840360 w 6840000"/>
              <a:gd name="textAreaTop" fmla="*/ 0 h 1615680"/>
              <a:gd name="textAreaBottom" fmla="*/ 1616040 h 1615680"/>
            </a:gdLst>
            <a:ahLst/>
            <a:cxnLst/>
            <a:rect l="textAreaLeft" t="textAreaTop" r="textAreaRight" b="textAreaBottom"/>
            <a:pathLst>
              <a:path w="19001" h="4489">
                <a:moveTo>
                  <a:pt x="0" y="4489"/>
                </a:moveTo>
                <a:lnTo>
                  <a:pt x="0" y="0"/>
                </a:lnTo>
                <a:lnTo>
                  <a:pt x="19001" y="0"/>
                </a:lnTo>
                <a:lnTo>
                  <a:pt x="19001" y="4489"/>
                </a:lnTo>
                <a:lnTo>
                  <a:pt x="0" y="4489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360000" y="4361400"/>
            <a:ext cx="21596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Медаль «За боевые заслуги»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060000" y="4365360"/>
            <a:ext cx="68400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Фрагменты документа о награждении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920" cy="9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Награды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540360" y="1262880"/>
            <a:ext cx="1798920" cy="28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" name="" descr=""/>
          <p:cNvPicPr/>
          <p:nvPr/>
        </p:nvPicPr>
        <p:blipFill>
          <a:blip r:embed="rId2"/>
          <a:stretch/>
        </p:blipFill>
        <p:spPr>
          <a:xfrm>
            <a:off x="3240000" y="3706560"/>
            <a:ext cx="6479280" cy="43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" name="" descr=""/>
          <p:cNvPicPr/>
          <p:nvPr/>
        </p:nvPicPr>
        <p:blipFill>
          <a:blip r:embed="rId3"/>
          <a:stretch/>
        </p:blipFill>
        <p:spPr>
          <a:xfrm>
            <a:off x="3240000" y="1429560"/>
            <a:ext cx="6479280" cy="217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"/>
          <p:cNvSpPr/>
          <p:nvPr/>
        </p:nvSpPr>
        <p:spPr>
          <a:xfrm>
            <a:off x="360000" y="4284360"/>
            <a:ext cx="2160000" cy="11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Медаль «За победу над Германией в Великой Отечественной войне 1941–1945 гг.»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240360" y="4322880"/>
            <a:ext cx="647964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Фрагменты документа о награждении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0920" cy="9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Источники</a:t>
            </a:r>
            <a:endParaRPr b="0" lang="ru-RU" sz="4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440000"/>
            <a:ext cx="9070920" cy="350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Noto Sans"/>
              </a:rPr>
              <a:t>https://podvignaroda.ru/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</TotalTime>
  <Application>LibreOffice/25.8.2.2$Windows_X86_64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2025-11-04T13:42:05Z</dcterms:created>
  <dc:creator/>
  <dc:description>This work is licensed under a Creative Commons 0 License.
It makes use of the works of fsanchez.</dc:description>
  <dc:language>ru-RU</dc:language>
  <cp:lastModifiedBy/>
  <dcterms:modified xsi:type="dcterms:W3CDTF">2025-11-10T23:22:15Z</dcterms:modified>
  <cp:revision>120</cp:revision>
  <dc:subject/>
  <dc:title>Vivid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