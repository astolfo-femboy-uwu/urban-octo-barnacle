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Default Extension="fntdata" ContentType="application/x-fontdata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presProps.xml" ContentType="application/vnd.openxmlformats-officedocument.presentationml.presPro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7.png" ContentType="image/png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_rels/presentation.xml.rels" ContentType="application/vnd.openxmlformats-package.relationships+xml"/>
  <Override PartName="/_rels/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</p:sldIdLst>
  <p:sldSz cx="10080625" cy="567055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Обычны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504000" y="561600"/>
            <a:ext cx="907056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>
          <a:xfrm>
            <a:off x="3447360" y="5165280"/>
            <a:ext cx="3193920" cy="389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>
          <a:xfrm>
            <a:off x="7227360" y="5165280"/>
            <a:ext cx="2347200" cy="389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4FAA1B9-BAF3-4EBA-B3C6-667188FCFF6E}" type="slidenum"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9</a:t>
            </a:fld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>
          <a:xfrm>
            <a:off x="504000" y="5165280"/>
            <a:ext cx="2347200" cy="389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28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b="0" lang="ru-R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Обычны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561600"/>
            <a:ext cx="907056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ftr" idx="4"/>
          </p:nvPr>
        </p:nvSpPr>
        <p:spPr>
          <a:xfrm>
            <a:off x="3447360" y="5165280"/>
            <a:ext cx="3193920" cy="389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sldNum" idx="5"/>
          </p:nvPr>
        </p:nvSpPr>
        <p:spPr>
          <a:xfrm>
            <a:off x="7227360" y="5165280"/>
            <a:ext cx="2347200" cy="389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22AC262-34E2-4E14-9700-7F4DC14DDD98}" type="slidenum"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9</a:t>
            </a:fld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dt" idx="6"/>
          </p:nvPr>
        </p:nvSpPr>
        <p:spPr>
          <a:xfrm>
            <a:off x="504000" y="5165280"/>
            <a:ext cx="2347200" cy="389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28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b="0" lang="ru-R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Обычный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504000" y="561600"/>
            <a:ext cx="907056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0560" cy="328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ftr" idx="7"/>
          </p:nvPr>
        </p:nvSpPr>
        <p:spPr>
          <a:xfrm>
            <a:off x="3447360" y="5165280"/>
            <a:ext cx="3193920" cy="389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sldNum" idx="8"/>
          </p:nvPr>
        </p:nvSpPr>
        <p:spPr>
          <a:xfrm>
            <a:off x="7227360" y="5165280"/>
            <a:ext cx="2347200" cy="389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AED22D5-29E5-477F-B471-C0899431FC88}" type="slidenum"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&lt;номер&gt;</a:t>
            </a:fld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dt" idx="9"/>
          </p:nvPr>
        </p:nvSpPr>
        <p:spPr>
          <a:xfrm>
            <a:off x="504000" y="5165280"/>
            <a:ext cx="2347200" cy="389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&lt;дата/время&gt;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3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3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3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3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3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504000" y="225000"/>
            <a:ext cx="9070560" cy="94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Район «Царицыно»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subTitle"/>
          </p:nvPr>
        </p:nvSpPr>
        <p:spPr>
          <a:xfrm>
            <a:off x="504000" y="1325520"/>
            <a:ext cx="9070560" cy="3289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Доклад подготовил: студент группы БСТ2502 Кочкин Иван Владимирович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504000" y="386280"/>
            <a:ext cx="907056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План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280" cy="389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Font typeface="OpenSymbol"/>
              <a:buAutoNum type="arabicPeriod"/>
            </a:pPr>
            <a:r>
              <a:rPr b="0" lang="ru-RU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Допетровская эпоха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Font typeface="OpenSymbol"/>
              <a:buAutoNum type="arabicPeriod"/>
            </a:pPr>
            <a:r>
              <a:rPr b="0" lang="ru-RU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Эпоха императрицы Екатерины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Font typeface="OpenSymbol"/>
              <a:buAutoNum type="arabicPeriod"/>
            </a:pPr>
            <a:r>
              <a:rPr b="0" lang="ru-RU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Усадебная жизнь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Font typeface="OpenSymbol"/>
              <a:buAutoNum type="arabicPeriod"/>
            </a:pPr>
            <a:r>
              <a:rPr b="0" lang="ru-RU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Советское время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Font typeface="OpenSymbol"/>
              <a:buAutoNum type="arabicPeriod"/>
            </a:pPr>
            <a:r>
              <a:rPr b="0" lang="ru-RU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Реконструкция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Font typeface="OpenSymbol"/>
              <a:buAutoNum type="arabicPeriod"/>
            </a:pPr>
            <a:r>
              <a:rPr b="0" lang="ru-RU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Настоящее время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504000" y="132480"/>
            <a:ext cx="9070560" cy="94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Допетровская эпоха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/>
          </p:nvPr>
        </p:nvSpPr>
        <p:spPr>
          <a:xfrm>
            <a:off x="5036400" y="1392480"/>
            <a:ext cx="4863240" cy="328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Первое упоминание в конце XVI века 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«Богородское» или «Чёрная грязь»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3" name="" descr=""/>
          <p:cNvPicPr/>
          <p:nvPr/>
        </p:nvPicPr>
        <p:blipFill>
          <a:blip r:embed="rId1"/>
          <a:srcRect l="0" t="9518" r="0" b="11120"/>
          <a:stretch/>
        </p:blipFill>
        <p:spPr>
          <a:xfrm>
            <a:off x="932760" y="1080000"/>
            <a:ext cx="3026880" cy="4319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" name=""/>
          <p:cNvSpPr/>
          <p:nvPr/>
        </p:nvSpPr>
        <p:spPr>
          <a:xfrm>
            <a:off x="4500000" y="1080000"/>
            <a:ext cx="0" cy="4320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504000" y="225000"/>
            <a:ext cx="9070560" cy="94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Эпоха императрицы Екатерины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535280" cy="4073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Куплено 18 мая 1775 года за 25 000 рублей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Екатерина назвала село «Царицыно»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7" name="" descr=""/>
          <p:cNvPicPr/>
          <p:nvPr/>
        </p:nvPicPr>
        <p:blipFill>
          <a:blip r:embed="rId1"/>
          <a:srcRect l="0" t="0" r="0" b="22225"/>
          <a:stretch/>
        </p:blipFill>
        <p:spPr>
          <a:xfrm>
            <a:off x="5460480" y="1172520"/>
            <a:ext cx="4114080" cy="4319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" name=""/>
          <p:cNvSpPr/>
          <p:nvPr/>
        </p:nvSpPr>
        <p:spPr>
          <a:xfrm>
            <a:off x="5220000" y="1172520"/>
            <a:ext cx="0" cy="440748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504000" y="225000"/>
            <a:ext cx="9070560" cy="94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Усадебная жизнь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0" name="" descr=""/>
          <p:cNvPicPr/>
          <p:nvPr/>
        </p:nvPicPr>
        <p:blipFill>
          <a:blip r:embed="rId1"/>
          <a:stretch/>
        </p:blipFill>
        <p:spPr>
          <a:xfrm>
            <a:off x="5220000" y="1080720"/>
            <a:ext cx="4826880" cy="3599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1" name="" descr=""/>
          <p:cNvPicPr/>
          <p:nvPr/>
        </p:nvPicPr>
        <p:blipFill>
          <a:blip r:embed="rId2"/>
          <a:srcRect l="0" t="0" r="16716" b="10003"/>
          <a:stretch/>
        </p:blipFill>
        <p:spPr>
          <a:xfrm>
            <a:off x="40320" y="1080000"/>
            <a:ext cx="4999680" cy="3599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" name=""/>
          <p:cNvSpPr txBox="1"/>
          <p:nvPr/>
        </p:nvSpPr>
        <p:spPr>
          <a:xfrm>
            <a:off x="5220000" y="4748760"/>
            <a:ext cx="4680000" cy="602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 algn="just">
              <a:spcBef>
                <a:spcPts val="1191"/>
              </a:spcBef>
              <a:spcAft>
                <a:spcPts val="992"/>
              </a:spcAft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Картина Василия Аммона «Царицыно. Дворцово-парковый ансамбль»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"/>
          <p:cNvSpPr txBox="1"/>
          <p:nvPr/>
        </p:nvSpPr>
        <p:spPr>
          <a:xfrm>
            <a:off x="180000" y="4860000"/>
            <a:ext cx="4860000" cy="346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 algn="ctr"/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Фотография беседки начала XX века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68720" y="132480"/>
            <a:ext cx="9070560" cy="94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Советское время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5220000" y="1326600"/>
            <a:ext cx="4535280" cy="328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Район назывался Ленино-Дачное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В 90-е годы получил современное название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6" name="" descr=""/>
          <p:cNvPicPr/>
          <p:nvPr/>
        </p:nvPicPr>
        <p:blipFill>
          <a:blip r:embed="rId1"/>
          <a:stretch/>
        </p:blipFill>
        <p:spPr>
          <a:xfrm>
            <a:off x="205200" y="1121760"/>
            <a:ext cx="4834080" cy="4319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" name=""/>
          <p:cNvSpPr/>
          <p:nvPr/>
        </p:nvSpPr>
        <p:spPr>
          <a:xfrm>
            <a:off x="5220000" y="1080000"/>
            <a:ext cx="0" cy="4320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504000" y="225000"/>
            <a:ext cx="9070560" cy="94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Реконструкция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/>
          </p:nvPr>
        </p:nvSpPr>
        <p:spPr>
          <a:xfrm>
            <a:off x="360000" y="1326600"/>
            <a:ext cx="3635280" cy="328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Начало: 2007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Инициатива: мэр Москвы Юрий Лужков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0" name="" descr=""/>
          <p:cNvPicPr/>
          <p:nvPr/>
        </p:nvPicPr>
        <p:blipFill>
          <a:blip r:embed="rId1"/>
          <a:srcRect l="6163" t="8321" r="5526" b="12503"/>
          <a:stretch/>
        </p:blipFill>
        <p:spPr>
          <a:xfrm>
            <a:off x="4140360" y="1260000"/>
            <a:ext cx="5758920" cy="3418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" name=""/>
          <p:cNvSpPr/>
          <p:nvPr/>
        </p:nvSpPr>
        <p:spPr>
          <a:xfrm>
            <a:off x="3780000" y="1260000"/>
            <a:ext cx="0" cy="3420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laceHolder 1"/>
          <p:cNvSpPr>
            <a:spLocks noGrp="1"/>
          </p:cNvSpPr>
          <p:nvPr>
            <p:ph/>
          </p:nvPr>
        </p:nvSpPr>
        <p:spPr>
          <a:xfrm>
            <a:off x="360000" y="1326600"/>
            <a:ext cx="5074920" cy="3712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6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Музей-заповедник находится вне района</a:t>
            </a:r>
            <a:endParaRPr b="0" lang="ru-RU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6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Через район пролегают важные транспортные узлы</a:t>
            </a:r>
            <a:endParaRPr b="0" lang="ru-RU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6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Растущие жилые кварталы</a:t>
            </a:r>
            <a:endParaRPr b="0" lang="ru-RU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2"/>
          <p:cNvSpPr>
            <a:spLocks noGrp="1"/>
          </p:cNvSpPr>
          <p:nvPr>
            <p:ph type="title"/>
          </p:nvPr>
        </p:nvSpPr>
        <p:spPr>
          <a:xfrm>
            <a:off x="504000" y="225000"/>
            <a:ext cx="9070560" cy="94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Настоящее время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4" name="" descr=""/>
          <p:cNvPicPr/>
          <p:nvPr/>
        </p:nvPicPr>
        <p:blipFill>
          <a:blip r:embed="rId1"/>
          <a:srcRect l="0" t="7012" r="24318" b="0"/>
          <a:stretch/>
        </p:blipFill>
        <p:spPr>
          <a:xfrm>
            <a:off x="5580000" y="1312200"/>
            <a:ext cx="4318920" cy="3712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" name=""/>
          <p:cNvSpPr/>
          <p:nvPr/>
        </p:nvSpPr>
        <p:spPr>
          <a:xfrm flipH="1" flipV="1">
            <a:off x="5434560" y="1348560"/>
            <a:ext cx="360" cy="3690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504000" y="225000"/>
            <a:ext cx="9070560" cy="94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Источники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/>
          </p:nvPr>
        </p:nvSpPr>
        <p:spPr>
          <a:xfrm>
            <a:off x="363960" y="1392120"/>
            <a:ext cx="9668520" cy="328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Font typeface="OpenSymbol"/>
              <a:buAutoNum type="arabicPeriod"/>
            </a:pPr>
            <a:r>
              <a:rPr b="0" lang="ru-RU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https://pastvu.com/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Font typeface="OpenSymbol"/>
              <a:buAutoNum type="arabicPeriod"/>
            </a:pPr>
            <a:r>
              <a:rPr b="0" lang="ru-RU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https://cozymoscow.me/ludi/caricyno-moego-detstva.html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Font typeface="OpenSymbol"/>
              <a:buAutoNum type="arabicPeriod"/>
            </a:pPr>
            <a:r>
              <a:rPr b="0" lang="ru-RU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https://evgechesnokov.livejournal.com/50471.html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392</TotalTime>
  <Application>LibreOffice/25.8.3.2$Windows_X86_64 LibreOffice_project/8ca8d55c161d602844f5428fa4b58097424e324e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2025-12-08T22:33:54Z</dcterms:created>
  <dc:creator/>
  <dc:description/>
  <dc:language>ru-RU</dc:language>
  <cp:lastModifiedBy/>
  <dcterms:modified xsi:type="dcterms:W3CDTF">2025-12-15T11:38:26Z</dcterms:modified>
  <cp:revision>76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