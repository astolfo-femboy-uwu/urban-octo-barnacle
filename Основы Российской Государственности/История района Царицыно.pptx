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F8F1A0-72A5-4C23-A220-23E5B63E2598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124A99-58DC-49C2-8DE1-592F03A0843B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Район «Царицыно»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5880"/>
            <a:ext cx="9070920" cy="32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Доклад подготовил: студент группы БСТ2502 Кочкин Иван Владимирович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Эпоха императрицы Екатерины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36400" y="1392480"/>
            <a:ext cx="48636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Первое упоминание в конце XVI века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«Богородское» или «Чёрная грязь»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rcRect l="0" t="9518" r="0" b="11120"/>
          <a:stretch/>
        </p:blipFill>
        <p:spPr>
          <a:xfrm>
            <a:off x="932760" y="1080000"/>
            <a:ext cx="3027240" cy="43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Эпоха императрицы Екатерины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564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Куплено 18 мая 1775 года за 25 000 рублей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Екатерина назвала село «Царицыно»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rcRect l="0" t="0" r="0" b="22225"/>
          <a:stretch/>
        </p:blipFill>
        <p:spPr>
          <a:xfrm>
            <a:off x="5460480" y="1172520"/>
            <a:ext cx="4114440" cy="43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Усадебная жизнь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139360" y="1440000"/>
            <a:ext cx="4827240" cy="35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rcRect l="0" t="0" r="16716" b="10003"/>
          <a:stretch/>
        </p:blipFill>
        <p:spPr>
          <a:xfrm>
            <a:off x="98640" y="1440000"/>
            <a:ext cx="5000040" cy="35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720" y="13284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Советское время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0" y="1326600"/>
            <a:ext cx="453564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Район назывался Ленино-Дачное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90-е годы получил современное название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205200" y="1121760"/>
            <a:ext cx="4834440" cy="43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720" y="13284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Советское время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0" y="1326600"/>
            <a:ext cx="453564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Район назывался Ленино-Дачное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90-е годы получил современное название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205200" y="1121760"/>
            <a:ext cx="4834440" cy="43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Реконструкция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60000" y="1326600"/>
            <a:ext cx="363564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Начало: 2007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Инициатива: мэр Москвы Юрий Лужков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rcRect l="6163" t="8321" r="5526" b="12503"/>
          <a:stretch/>
        </p:blipFill>
        <p:spPr>
          <a:xfrm>
            <a:off x="4140360" y="1260000"/>
            <a:ext cx="5759280" cy="34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/>
          </p:nvPr>
        </p:nvSpPr>
        <p:spPr>
          <a:xfrm>
            <a:off x="360000" y="1326600"/>
            <a:ext cx="5075280" cy="371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Музей-заповедник находится вне района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район пролегают важные транспортные узлы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Растущие жилые кварталы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Настоящее время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rcRect l="0" t="7012" r="24318" b="0"/>
          <a:stretch/>
        </p:blipFill>
        <p:spPr>
          <a:xfrm>
            <a:off x="5580000" y="1312200"/>
            <a:ext cx="4319280" cy="371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Источники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3960" y="1392120"/>
            <a:ext cx="96688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https://pastvu.com/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https://cozymoscow.me/ludi/caricyno-moego-detstva.html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https://evgechesnokov.livejournal.com/50471.html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2025-12-08T22:33:54Z</dcterms:created>
  <dc:creator/>
  <dc:description/>
  <dc:language>ru-RU</dc:language>
  <cp:lastModifiedBy/>
  <dcterms:modified xsi:type="dcterms:W3CDTF">2025-12-10T16:29:53Z</dcterms:modified>
  <cp:revision>66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