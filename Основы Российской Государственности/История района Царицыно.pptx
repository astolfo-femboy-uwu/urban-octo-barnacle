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38031B-A192-4BF6-8DD7-1A5919256374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476519-6CA5-47E1-90E0-1E545F761003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Район «Царицыно»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326240"/>
            <a:ext cx="907128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Доклад подготовил: студент группы БСТ2502 Кочкин Иван Владимирович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18000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Допетровские времена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rcRect l="0" t="0" r="0" b="22225"/>
          <a:stretch/>
        </p:blipFill>
        <p:spPr>
          <a:xfrm>
            <a:off x="745200" y="1080000"/>
            <a:ext cx="4114800" cy="432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" descr=""/>
          <p:cNvPicPr/>
          <p:nvPr/>
        </p:nvPicPr>
        <p:blipFill>
          <a:blip r:embed="rId2"/>
          <a:srcRect l="0" t="9517" r="0" b="11120"/>
          <a:stretch/>
        </p:blipFill>
        <p:spPr>
          <a:xfrm>
            <a:off x="6300000" y="1080000"/>
            <a:ext cx="3027600" cy="432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Эпоха императрицы Екатерины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60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123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Усадебная жизнь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" descr=""/>
          <p:cNvPicPr/>
          <p:nvPr/>
        </p:nvPicPr>
        <p:blipFill>
          <a:blip r:embed="rId1"/>
          <a:stretch/>
        </p:blipFill>
        <p:spPr>
          <a:xfrm>
            <a:off x="5139360" y="1440000"/>
            <a:ext cx="4827600" cy="36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" descr=""/>
          <p:cNvPicPr/>
          <p:nvPr/>
        </p:nvPicPr>
        <p:blipFill>
          <a:blip r:embed="rId2"/>
          <a:srcRect l="0" t="0" r="16715" b="10001"/>
          <a:stretch/>
        </p:blipFill>
        <p:spPr>
          <a:xfrm>
            <a:off x="98640" y="1440000"/>
            <a:ext cx="5000400" cy="36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68720" y="13320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Советское время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0" y="1326600"/>
            <a:ext cx="45360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Район назывался Ленино-Дачное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90-е годы получил современное название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205200" y="1121760"/>
            <a:ext cx="4834800" cy="432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Реконструкция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360000" y="1326600"/>
            <a:ext cx="363600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Начало: 2007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Инициатива: мэр Москвы Юрий Лужков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" descr=""/>
          <p:cNvPicPr/>
          <p:nvPr/>
        </p:nvPicPr>
        <p:blipFill>
          <a:blip r:embed="rId1"/>
          <a:srcRect l="6164" t="8319" r="5527" b="12500"/>
          <a:stretch/>
        </p:blipFill>
        <p:spPr>
          <a:xfrm>
            <a:off x="4140360" y="1260000"/>
            <a:ext cx="5759640" cy="341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/>
          </p:nvPr>
        </p:nvSpPr>
        <p:spPr>
          <a:xfrm>
            <a:off x="360000" y="1326600"/>
            <a:ext cx="5075640" cy="371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Музей-заповедник находится вне района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Через район пролегают важные транспортные узлы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Растущие жилые кварталы</a:t>
            </a:r>
            <a:endParaRPr b="0" lang="ru-RU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Настоящее время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" name="" descr=""/>
          <p:cNvPicPr/>
          <p:nvPr/>
        </p:nvPicPr>
        <p:blipFill>
          <a:blip r:embed="rId1"/>
          <a:srcRect l="0" t="7012" r="24318" b="0"/>
          <a:stretch/>
        </p:blipFill>
        <p:spPr>
          <a:xfrm>
            <a:off x="5580000" y="1312200"/>
            <a:ext cx="4319640" cy="3713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Источники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363960" y="1392120"/>
            <a:ext cx="966924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https://pastvu.com/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https://cozymoscow.me/ludi/caricyno-moego-detstva.html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https://evgechesnokov.livejournal.com/50471.html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2025-12-08T22:33:54Z</dcterms:created>
  <dc:creator/>
  <dc:description/>
  <dc:language>ru-RU</dc:language>
  <cp:lastModifiedBy/>
  <dcterms:modified xsi:type="dcterms:W3CDTF">2025-12-09T21:02:59Z</dcterms:modified>
  <cp:revision>57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